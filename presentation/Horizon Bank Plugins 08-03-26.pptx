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457" r:id="rId2"/>
    <p:sldId id="486" r:id="rId3"/>
    <p:sldId id="511" r:id="rId4"/>
    <p:sldId id="510" r:id="rId5"/>
    <p:sldId id="51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1FE2A3D-79CD-1994-F968-E40BA6771B86}" name="Laurente, Hannah Laurene H." initials="LHLH" userId="S::Hannahlaurene.H.Laurente@wellsfargo.com::09fcde6f-bfb6-494c-97c4-ab3144b951ce" providerId="AD"/>
  <p188:author id="{621459A5-E3E9-EDB0-BC32-2C858A307C6A}" name="Mei Wing Chan (Siegel+Gale San Francisco)" initials="MWC(SF" userId="S::mchan@siegelgale.com::7ea02a5d-30f1-4f98-921b-8e87cad3846f" providerId="AD"/>
  <p188:author id="{429D09AE-0AE6-E95D-7400-929290E5F0F1}" name="Burcat, Adrienne" initials="" userId="S::adrienne.burcat@wellsfargo.com::20c876cb-8fc9-42bf-9099-c80b998ce261" providerId="AD"/>
  <p188:author id="{FFE03AF7-398B-DF59-D07F-8E0A7987B25E}" name="AnaCristina Tamasese (Fogcutter)" initials="" userId="S::atamasese@fogcutterco.com::476074cd-3709-4f79-8dd6-b2137aa1426b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chaps, Carlton" initials="" lastIdx="0" clrIdx="0"/>
  <p:cmAuthor id="2" name="Nelson, Brooke" initials="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A469B"/>
    <a:srgbClr val="AA1E87"/>
    <a:srgbClr val="D73F26"/>
    <a:srgbClr val="EB691E"/>
    <a:srgbClr val="FFFFFF"/>
    <a:srgbClr val="B5AD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A2FFF61B-D25C-49D6-9A28-29191314A49D}">
  <a:tblStyle styleId="{A2FFF61B-D25C-49D6-9A28-29191314A49D}" styleName="Wells Fargo Table 01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dk1"/>
              </a:solidFill>
            </a:ln>
          </a:top>
          <a:bottom>
            <a:ln w="6350">
              <a:solidFill>
                <a:schemeClr val="dk1"/>
              </a:solidFill>
            </a:ln>
          </a:bottom>
          <a:insideH>
            <a:ln w="6350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noFill/>
        </a:fill>
      </a:tcStyle>
    </a:band1H>
    <a:band2H>
      <a:tcStyle>
        <a:tcBdr/>
        <a:fill>
          <a:solidFill>
            <a:schemeClr val="lt2"/>
          </a:solidFill>
        </a:fill>
      </a:tcStyle>
    </a:band2H>
    <a:lastRow>
      <a:tcTxStyle b="on">
        <a:fontRef idx="minor"/>
        <a:schemeClr val="dk1"/>
      </a:tcTxStyle>
      <a:tcStyle>
        <a:tcBdr>
          <a:top>
            <a:ln w="19050">
              <a:solidFill>
                <a:schemeClr val="dk1"/>
              </a:solidFill>
            </a:ln>
          </a:top>
          <a:bottom>
            <a:ln>
              <a:noFill/>
            </a:ln>
          </a:bottom>
        </a:tcBdr>
        <a:fill>
          <a:noFill/>
        </a:fill>
      </a:tcStyle>
    </a:lastRow>
    <a:firstRow>
      <a:tcTxStyle>
        <a:fontRef idx="minor"/>
        <a:schemeClr val="lt1"/>
      </a:tcTxStyle>
      <a:tcStyle>
        <a:tcBdr>
          <a:top>
            <a:ln>
              <a:noFill/>
            </a:ln>
          </a:top>
          <a:bottom>
            <a:ln>
              <a:noFill/>
            </a:ln>
          </a:bottom>
        </a:tcBdr>
        <a:fill>
          <a:solidFill>
            <a:schemeClr val="accent1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906" autoAdjust="0"/>
    <p:restoredTop sz="96327" autoAdjust="0"/>
  </p:normalViewPr>
  <p:slideViewPr>
    <p:cSldViewPr snapToGrid="0" showGuides="1">
      <p:cViewPr>
        <p:scale>
          <a:sx n="140" d="100"/>
          <a:sy n="140" d="100"/>
        </p:scale>
        <p:origin x="344" y="192"/>
      </p:cViewPr>
      <p:guideLst/>
    </p:cSldViewPr>
  </p:slideViewPr>
  <p:outlineViewPr>
    <p:cViewPr>
      <p:scale>
        <a:sx n="33" d="100"/>
        <a:sy n="33" d="100"/>
      </p:scale>
      <p:origin x="0" y="-5512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7" d="100"/>
          <a:sy n="87" d="100"/>
        </p:scale>
        <p:origin x="3840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Relationship Id="rId14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20E776E-58AC-EA47-948C-28ACB05C000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E183DC-5BD7-FB40-BCC8-4D283B2BAAF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BB04F4-C842-4944-BB52-25F717F249E0}" type="datetimeFigureOut">
              <a:rPr lang="en-US" smtClean="0"/>
              <a:t>7/28/26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6CC68A-51A6-A942-94B5-D9C64A8DAA0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E6CB8E-A16E-3C45-8DCF-0C93D26340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44EF68-7CC1-1340-B300-DF14A44D03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8132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CC35CE-8C34-6944-B9CA-59AB7C150D91}" type="datetimeFigureOut">
              <a:rPr lang="en-US" smtClean="0"/>
              <a:t>7/28/26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8FE8C6-40C5-3A47-B40B-BF6D66835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1726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71450" indent="-171450" algn="l" defTabSz="914400" rtl="0" eaLnBrk="1" latinLnBrk="0" hangingPunct="1">
      <a:buFont typeface="Wells Fargo Sans" panose="020B0503020203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628650" indent="-171450" algn="l" defTabSz="914400" rtl="0" eaLnBrk="1" latinLnBrk="0" hangingPunct="1">
      <a:buFont typeface="Wells Fargo Sans" panose="020B0503020203020204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1085850" indent="-171450" algn="l" defTabSz="914400" rtl="0" eaLnBrk="1" latinLnBrk="0" hangingPunct="1">
      <a:buFont typeface="Wells Fargo Sans" panose="020B0503020203020204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543050" indent="-171450" algn="l" defTabSz="914400" rtl="0" eaLnBrk="1" latinLnBrk="0" hangingPunct="1">
      <a:buFont typeface="Wells Fargo Sans" panose="020B0503020203020204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2000250" indent="-171450" algn="l" defTabSz="914400" rtl="0" eaLnBrk="1" latinLnBrk="0" hangingPunct="1">
      <a:buFont typeface="Wells Fargo Sans" panose="020B0503020203020204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457450" indent="-171450" algn="l" defTabSz="914400" rtl="0" eaLnBrk="1" latinLnBrk="0" hangingPunct="1">
      <a:buFont typeface="Wells Fargo Sans" panose="020B0503020203020204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914650" indent="-171450" algn="l" defTabSz="914400" rtl="0" eaLnBrk="1" latinLnBrk="0" hangingPunct="1">
      <a:buFont typeface="Wells Fargo Sans" panose="020B0503020203020204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371850" indent="-171450" algn="l" defTabSz="914400" rtl="0" eaLnBrk="1" latinLnBrk="0" hangingPunct="1">
      <a:buFont typeface="Wells Fargo Sans" panose="020B0503020203020204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829050" indent="-171450" algn="l" defTabSz="914400" rtl="0" eaLnBrk="1" latinLnBrk="0" hangingPunct="1">
      <a:buFont typeface="Wells Fargo Sans" panose="020B0503020203020204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Wells Fargo" descr="Wells Fargo">
            <a:extLst>
              <a:ext uri="{FF2B5EF4-FFF2-40B4-BE49-F238E27FC236}">
                <a16:creationId xmlns:a16="http://schemas.microsoft.com/office/drawing/2014/main" id="{967B39BB-CE83-594E-A5D5-2233EAE0801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7200" y="457200"/>
            <a:ext cx="1033271" cy="1033271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5BF1F789-5F18-4A39-AD7A-F27D50655E1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2971800"/>
            <a:ext cx="8321040" cy="1554459"/>
          </a:xfrm>
        </p:spPr>
        <p:txBody>
          <a:bodyPr anchor="t" anchorCtr="0"/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[Presentation title, </a:t>
            </a:r>
            <a:br>
              <a:rPr lang="en-US" dirty="0"/>
            </a:br>
            <a:r>
              <a:rPr lang="en-US" dirty="0"/>
              <a:t>three lines max]</a:t>
            </a:r>
          </a:p>
        </p:txBody>
      </p:sp>
      <p:cxnSp>
        <p:nvCxnSpPr>
          <p:cNvPr id="10" name="Line">
            <a:extLst>
              <a:ext uri="{FF2B5EF4-FFF2-40B4-BE49-F238E27FC236}">
                <a16:creationId xmlns:a16="http://schemas.microsoft.com/office/drawing/2014/main" id="{26A76A1E-D9BB-3D47-BDB3-0A2EB2F6A22E}"/>
              </a:ext>
            </a:extLst>
          </p:cNvPr>
          <p:cNvCxnSpPr>
            <a:cxnSpLocks/>
          </p:cNvCxnSpPr>
          <p:nvPr userDrawn="1"/>
        </p:nvCxnSpPr>
        <p:spPr bwMode="hidden">
          <a:xfrm>
            <a:off x="457200" y="4709160"/>
            <a:ext cx="1719072" cy="0"/>
          </a:xfrm>
          <a:prstGeom prst="line">
            <a:avLst/>
          </a:prstGeom>
          <a:ln w="25400" cap="flat">
            <a:solidFill>
              <a:srgbClr val="FFD1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</p:cxnSp>
      <p:sp>
        <p:nvSpPr>
          <p:cNvPr id="3" name="Subtitle">
            <a:extLst>
              <a:ext uri="{FF2B5EF4-FFF2-40B4-BE49-F238E27FC236}">
                <a16:creationId xmlns:a16="http://schemas.microsoft.com/office/drawing/2014/main" id="{DCD36CB7-C5B7-427E-B007-04E7C37DC94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200" y="4937759"/>
            <a:ext cx="5943600" cy="918055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ells Fargo Sans" panose="020B0503020203020204" pitchFamily="34" charset="0"/>
              <a:buNone/>
              <a:tabLst/>
              <a:defRPr sz="1400"/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ells Fargo Sans" panose="020B0503020203020204" pitchFamily="34" charset="0"/>
              <a:buNone/>
              <a:tabLst/>
              <a:defRPr/>
            </a:pPr>
            <a:r>
              <a:rPr lang="en-US" dirty="0"/>
              <a:t>[Month XX, 20XX]</a:t>
            </a:r>
            <a:br>
              <a:rPr lang="en-US" dirty="0"/>
            </a:br>
            <a:r>
              <a:rPr lang="en-US" dirty="0"/>
              <a:t>[Presenter information]</a:t>
            </a:r>
            <a:br>
              <a:rPr lang="en-US" dirty="0"/>
            </a:br>
            <a:r>
              <a:rPr lang="en-US" dirty="0"/>
              <a:t>[Presenter information optional line 2]</a:t>
            </a:r>
            <a:br>
              <a:rPr lang="en-US" dirty="0"/>
            </a:br>
            <a:r>
              <a:rPr lang="en-US" dirty="0"/>
              <a:t>[Presenter information optional line 3]</a:t>
            </a:r>
          </a:p>
        </p:txBody>
      </p:sp>
    </p:spTree>
    <p:extLst>
      <p:ext uri="{BB962C8B-B14F-4D97-AF65-F5344CB8AC3E}">
        <p14:creationId xmlns:p14="http://schemas.microsoft.com/office/powerpoint/2010/main" val="831143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Wells Fargo" descr="Wells Fargo">
            <a:extLst>
              <a:ext uri="{FF2B5EF4-FFF2-40B4-BE49-F238E27FC236}">
                <a16:creationId xmlns:a16="http://schemas.microsoft.com/office/drawing/2014/main" id="{967B39BB-CE83-594E-A5D5-2233EAE0801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7200" y="457200"/>
            <a:ext cx="1033271" cy="1033271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5BF1F789-5F18-4A39-AD7A-F27D50655E1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2971800"/>
            <a:ext cx="5943600" cy="1554459"/>
          </a:xfrm>
        </p:spPr>
        <p:txBody>
          <a:bodyPr anchor="t" anchorCtr="0"/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[Presentation title, </a:t>
            </a:r>
            <a:br>
              <a:rPr lang="en-US" dirty="0"/>
            </a:br>
            <a:r>
              <a:rPr lang="en-US" dirty="0"/>
              <a:t>three lines max]</a:t>
            </a:r>
          </a:p>
        </p:txBody>
      </p:sp>
      <p:cxnSp>
        <p:nvCxnSpPr>
          <p:cNvPr id="10" name="Line">
            <a:extLst>
              <a:ext uri="{FF2B5EF4-FFF2-40B4-BE49-F238E27FC236}">
                <a16:creationId xmlns:a16="http://schemas.microsoft.com/office/drawing/2014/main" id="{26A76A1E-D9BB-3D47-BDB3-0A2EB2F6A22E}"/>
              </a:ext>
            </a:extLst>
          </p:cNvPr>
          <p:cNvCxnSpPr>
            <a:cxnSpLocks/>
          </p:cNvCxnSpPr>
          <p:nvPr userDrawn="1"/>
        </p:nvCxnSpPr>
        <p:spPr bwMode="hidden">
          <a:xfrm>
            <a:off x="457200" y="4709160"/>
            <a:ext cx="1719072" cy="0"/>
          </a:xfrm>
          <a:prstGeom prst="line">
            <a:avLst/>
          </a:prstGeom>
          <a:ln w="25400" cap="flat">
            <a:solidFill>
              <a:srgbClr val="FFD1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</p:cxnSp>
      <p:sp>
        <p:nvSpPr>
          <p:cNvPr id="3" name="Subtitle">
            <a:extLst>
              <a:ext uri="{FF2B5EF4-FFF2-40B4-BE49-F238E27FC236}">
                <a16:creationId xmlns:a16="http://schemas.microsoft.com/office/drawing/2014/main" id="{DCD36CB7-C5B7-427E-B007-04E7C37DC94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199" y="4937759"/>
            <a:ext cx="5943599" cy="918055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ells Fargo Sans" panose="020B0503020203020204" pitchFamily="34" charset="0"/>
              <a:buNone/>
              <a:tabLst/>
              <a:defRPr sz="1400"/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r>
              <a:rPr lang="en-US" dirty="0"/>
              <a:t>[Month XX, 20XX]</a:t>
            </a:r>
            <a:br>
              <a:rPr lang="en-US" dirty="0"/>
            </a:br>
            <a:r>
              <a:rPr lang="en-US" dirty="0"/>
              <a:t>[Presenter information]</a:t>
            </a:r>
            <a:br>
              <a:rPr lang="en-US" dirty="0"/>
            </a:br>
            <a:r>
              <a:rPr lang="en-US" dirty="0"/>
              <a:t>[Presenter information optional line 2]</a:t>
            </a:r>
            <a:br>
              <a:rPr lang="en-US" dirty="0"/>
            </a:br>
            <a:r>
              <a:rPr lang="en-US" dirty="0"/>
              <a:t>[Presenter information optional line 3]</a:t>
            </a:r>
          </a:p>
        </p:txBody>
      </p:sp>
      <p:sp>
        <p:nvSpPr>
          <p:cNvPr id="4" name="Content Placeholder 5" descr="Upload or paste an image here">
            <a:extLst>
              <a:ext uri="{FF2B5EF4-FFF2-40B4-BE49-F238E27FC236}">
                <a16:creationId xmlns:a16="http://schemas.microsoft.com/office/drawing/2014/main" id="{44319C45-F188-616B-C264-D659AF2DA91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842760" y="2189244"/>
            <a:ext cx="4892040" cy="3520440"/>
          </a:xfrm>
          <a:solidFill>
            <a:srgbClr val="F4F0ED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Insert an image here</a:t>
            </a:r>
          </a:p>
        </p:txBody>
      </p:sp>
    </p:spTree>
    <p:extLst>
      <p:ext uri="{BB962C8B-B14F-4D97-AF65-F5344CB8AC3E}">
        <p14:creationId xmlns:p14="http://schemas.microsoft.com/office/powerpoint/2010/main" val="3234923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>
            <a:extLst>
              <a:ext uri="{FF2B5EF4-FFF2-40B4-BE49-F238E27FC236}">
                <a16:creationId xmlns:a16="http://schemas.microsoft.com/office/drawing/2014/main" id="{9D9BA87F-F94E-2547-8D0D-4850B27176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cxnSp>
        <p:nvCxnSpPr>
          <p:cNvPr id="4" name="Line">
            <a:extLst>
              <a:ext uri="{FF2B5EF4-FFF2-40B4-BE49-F238E27FC236}">
                <a16:creationId xmlns:a16="http://schemas.microsoft.com/office/drawing/2014/main" id="{4D348C42-76C9-E94C-BD38-85471A87E30C}"/>
              </a:ext>
            </a:extLst>
          </p:cNvPr>
          <p:cNvCxnSpPr>
            <a:cxnSpLocks/>
          </p:cNvCxnSpPr>
          <p:nvPr userDrawn="1"/>
        </p:nvCxnSpPr>
        <p:spPr bwMode="hidden">
          <a:xfrm>
            <a:off x="457200" y="1600200"/>
            <a:ext cx="5410200" cy="0"/>
          </a:xfrm>
          <a:prstGeom prst="line">
            <a:avLst/>
          </a:prstGeom>
          <a:ln w="19050" cap="flat">
            <a:solidFill>
              <a:srgbClr val="FFD1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</p:cxn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5ACDF6B2-62B8-404E-8D30-5948044193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1828800"/>
            <a:ext cx="5410200" cy="4340224"/>
          </a:xfrm>
        </p:spPr>
        <p:txBody>
          <a:bodyPr numCol="1"/>
          <a:lstStyle>
            <a:lvl1pPr marL="228600" indent="-228600">
              <a:buFont typeface="Wells Fargo Sans" panose="020B0503020203020204" pitchFamily="34" charset="0"/>
              <a:buChar char="•"/>
              <a:tabLst>
                <a:tab pos="5365750" algn="r"/>
              </a:tabLst>
              <a:defRPr/>
            </a:lvl1pPr>
            <a:lvl2pPr marL="457200" indent="-228600">
              <a:tabLst>
                <a:tab pos="5365750" algn="r"/>
              </a:tabLst>
              <a:defRPr/>
            </a:lvl2pPr>
            <a:lvl3pPr marL="685800" indent="-228600">
              <a:tabLst>
                <a:tab pos="5365750" algn="r"/>
              </a:tabLst>
              <a:defRPr/>
            </a:lvl3pPr>
            <a:lvl4pPr marL="914400" indent="-228600">
              <a:tabLst>
                <a:tab pos="5365750" algn="r"/>
              </a:tabLst>
              <a:defRPr/>
            </a:lvl4pPr>
            <a:lvl5pPr marL="1143000" indent="-228600">
              <a:tabLst>
                <a:tab pos="5365750" algn="r"/>
              </a:tabLst>
              <a:defRPr/>
            </a:lvl5pPr>
            <a:lvl6pPr marL="1371600" indent="-228600">
              <a:tabLst>
                <a:tab pos="5365750" algn="r"/>
              </a:tabLst>
              <a:defRPr/>
            </a:lvl6pPr>
            <a:lvl7pPr marL="1600200" indent="-228600">
              <a:tabLst>
                <a:tab pos="5365750" algn="r"/>
              </a:tabLst>
              <a:defRPr/>
            </a:lvl7pPr>
            <a:lvl8pPr marL="1828800" indent="-228600">
              <a:tabLst>
                <a:tab pos="5365750" algn="r"/>
              </a:tabLst>
              <a:defRPr/>
            </a:lvl8pPr>
            <a:lvl9pPr marL="2057400" indent="-228600">
              <a:tabLst>
                <a:tab pos="5365750" algn="r"/>
              </a:tabLst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F7941C5E-69DA-4A4E-99CB-9F761C3791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1056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>
            <a:extLst>
              <a:ext uri="{FF2B5EF4-FFF2-40B4-BE49-F238E27FC236}">
                <a16:creationId xmlns:a16="http://schemas.microsoft.com/office/drawing/2014/main" id="{9D9BA87F-F94E-2547-8D0D-4850B27176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cxnSp>
        <p:nvCxnSpPr>
          <p:cNvPr id="4" name="Line">
            <a:extLst>
              <a:ext uri="{FF2B5EF4-FFF2-40B4-BE49-F238E27FC236}">
                <a16:creationId xmlns:a16="http://schemas.microsoft.com/office/drawing/2014/main" id="{4D348C42-76C9-E94C-BD38-85471A87E30C}"/>
              </a:ext>
            </a:extLst>
          </p:cNvPr>
          <p:cNvCxnSpPr>
            <a:cxnSpLocks/>
          </p:cNvCxnSpPr>
          <p:nvPr userDrawn="1"/>
        </p:nvCxnSpPr>
        <p:spPr bwMode="hidden">
          <a:xfrm>
            <a:off x="457200" y="1600200"/>
            <a:ext cx="5410200" cy="0"/>
          </a:xfrm>
          <a:prstGeom prst="line">
            <a:avLst/>
          </a:prstGeom>
          <a:ln w="19050" cap="flat">
            <a:solidFill>
              <a:srgbClr val="FFD1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</p:cxnSp>
      <p:cxnSp>
        <p:nvCxnSpPr>
          <p:cNvPr id="9" name="Line">
            <a:extLst>
              <a:ext uri="{FF2B5EF4-FFF2-40B4-BE49-F238E27FC236}">
                <a16:creationId xmlns:a16="http://schemas.microsoft.com/office/drawing/2014/main" id="{827E2BA7-0F08-6A47-9026-1A567427BC27}"/>
              </a:ext>
            </a:extLst>
          </p:cNvPr>
          <p:cNvCxnSpPr>
            <a:cxnSpLocks/>
          </p:cNvCxnSpPr>
          <p:nvPr userDrawn="1"/>
        </p:nvCxnSpPr>
        <p:spPr bwMode="hidden">
          <a:xfrm>
            <a:off x="6324600" y="1600200"/>
            <a:ext cx="5410200" cy="0"/>
          </a:xfrm>
          <a:prstGeom prst="line">
            <a:avLst/>
          </a:prstGeom>
          <a:ln w="19050" cap="flat">
            <a:solidFill>
              <a:srgbClr val="FFD1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</p:cxn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5ACDF6B2-62B8-404E-8D30-5948044193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28802"/>
            <a:ext cx="11277600" cy="4340224"/>
          </a:xfrm>
        </p:spPr>
        <p:txBody>
          <a:bodyPr numCol="2"/>
          <a:lstStyle>
            <a:lvl1pPr marL="228600" indent="-228600">
              <a:buFont typeface="Wells Fargo Sans" panose="020B0503020203020204" pitchFamily="34" charset="0"/>
              <a:buChar char="•"/>
              <a:tabLst>
                <a:tab pos="5365750" algn="r"/>
              </a:tabLst>
              <a:defRPr/>
            </a:lvl1pPr>
            <a:lvl2pPr marL="457200" indent="-228600">
              <a:tabLst>
                <a:tab pos="5365750" algn="r"/>
              </a:tabLst>
              <a:defRPr/>
            </a:lvl2pPr>
            <a:lvl3pPr marL="685800" indent="-228600">
              <a:tabLst>
                <a:tab pos="5365750" algn="r"/>
              </a:tabLst>
              <a:defRPr/>
            </a:lvl3pPr>
            <a:lvl4pPr marL="914400" indent="-228600">
              <a:tabLst>
                <a:tab pos="5365750" algn="r"/>
              </a:tabLst>
              <a:defRPr/>
            </a:lvl4pPr>
            <a:lvl5pPr marL="1143000" indent="-228600">
              <a:tabLst>
                <a:tab pos="5365750" algn="r"/>
              </a:tabLst>
              <a:defRPr/>
            </a:lvl5pPr>
            <a:lvl6pPr marL="1371600" indent="-228600">
              <a:tabLst>
                <a:tab pos="5365750" algn="r"/>
              </a:tabLst>
              <a:defRPr/>
            </a:lvl6pPr>
            <a:lvl7pPr marL="1600200" indent="-228600">
              <a:tabLst>
                <a:tab pos="5365750" algn="r"/>
              </a:tabLst>
              <a:defRPr/>
            </a:lvl7pPr>
            <a:lvl8pPr marL="1828800" indent="-228600">
              <a:tabLst>
                <a:tab pos="5365750" algn="r"/>
              </a:tabLst>
              <a:defRPr/>
            </a:lvl8pPr>
            <a:lvl9pPr marL="2057400" indent="-228600">
              <a:tabLst>
                <a:tab pos="5365750" algn="r"/>
              </a:tabLst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07DB0427-6005-7646-A1DA-069FBA064B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1119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>
            <a:extLst>
              <a:ext uri="{FF2B5EF4-FFF2-40B4-BE49-F238E27FC236}">
                <a16:creationId xmlns:a16="http://schemas.microsoft.com/office/drawing/2014/main" id="{9D9BA87F-F94E-2547-8D0D-4850B27176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5ACDF6B2-62B8-404E-8D30-5948044193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11277600" cy="4568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16C968B0-98BE-A54C-8F1A-69CB67A0FB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861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>
            <a:extLst>
              <a:ext uri="{FF2B5EF4-FFF2-40B4-BE49-F238E27FC236}">
                <a16:creationId xmlns:a16="http://schemas.microsoft.com/office/drawing/2014/main" id="{9D9BA87F-F94E-2547-8D0D-4850B27176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5ACDF6B2-62B8-404E-8D30-5948044193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7366000" cy="4568825"/>
          </a:xfrm>
        </p:spPr>
        <p:txBody>
          <a:bodyPr>
            <a:noAutofit/>
          </a:bodyPr>
          <a:lstStyle>
            <a:lvl1pPr marL="365760" indent="-365760">
              <a:lnSpc>
                <a:spcPct val="90000"/>
              </a:lnSpc>
              <a:buFont typeface="Wells Fargo Sans Display" panose="020B0503020203020204" pitchFamily="34" charset="0"/>
              <a:buChar char="•"/>
              <a:defRPr sz="3200">
                <a:latin typeface="+mj-lt"/>
              </a:defRPr>
            </a:lvl1pPr>
            <a:lvl2pPr marL="731520" indent="-365760">
              <a:lnSpc>
                <a:spcPct val="90000"/>
              </a:lnSpc>
              <a:buFont typeface="Wells Fargo Sans Display" panose="020B0503020203020204" pitchFamily="34" charset="0"/>
              <a:buChar char="–"/>
              <a:defRPr sz="3200">
                <a:latin typeface="+mj-lt"/>
              </a:defRPr>
            </a:lvl2pPr>
            <a:lvl3pPr marL="1097280" indent="-365760">
              <a:lnSpc>
                <a:spcPct val="90000"/>
              </a:lnSpc>
              <a:buFont typeface="Wells Fargo Sans Display" panose="020B0503020203020204" pitchFamily="34" charset="0"/>
              <a:buChar char="–"/>
              <a:defRPr sz="3200">
                <a:latin typeface="+mj-lt"/>
              </a:defRPr>
            </a:lvl3pPr>
            <a:lvl4pPr marL="1463040" indent="-365760">
              <a:lnSpc>
                <a:spcPct val="90000"/>
              </a:lnSpc>
              <a:buFont typeface="Wells Fargo Sans Display" panose="020B0503020203020204" pitchFamily="34" charset="0"/>
              <a:buChar char="–"/>
              <a:defRPr sz="3200">
                <a:latin typeface="+mj-lt"/>
              </a:defRPr>
            </a:lvl4pPr>
            <a:lvl5pPr marL="1828800" indent="-365760">
              <a:lnSpc>
                <a:spcPct val="90000"/>
              </a:lnSpc>
              <a:buFont typeface="Wells Fargo Sans Display" panose="020B0503020203020204" pitchFamily="34" charset="0"/>
              <a:buChar char="–"/>
              <a:defRPr sz="3200">
                <a:latin typeface="+mj-lt"/>
              </a:defRPr>
            </a:lvl5pPr>
            <a:lvl6pPr marL="2194560" indent="-365760">
              <a:lnSpc>
                <a:spcPct val="90000"/>
              </a:lnSpc>
              <a:buFont typeface="Wells Fargo Sans Display" panose="020B0503020203020204" pitchFamily="34" charset="0"/>
              <a:buChar char="–"/>
              <a:defRPr sz="3200">
                <a:latin typeface="+mj-lt"/>
              </a:defRPr>
            </a:lvl6pPr>
            <a:lvl7pPr marL="2560320" indent="-365760">
              <a:lnSpc>
                <a:spcPct val="90000"/>
              </a:lnSpc>
              <a:buFont typeface="Wells Fargo Sans Display" panose="020B0503020203020204" pitchFamily="34" charset="0"/>
              <a:buChar char="–"/>
              <a:defRPr sz="3200">
                <a:latin typeface="+mj-lt"/>
              </a:defRPr>
            </a:lvl7pPr>
            <a:lvl8pPr marL="2926080" indent="-365760">
              <a:lnSpc>
                <a:spcPct val="90000"/>
              </a:lnSpc>
              <a:buFont typeface="Wells Fargo Sans Display" panose="020B0503020203020204" pitchFamily="34" charset="0"/>
              <a:buChar char="–"/>
              <a:defRPr sz="3200">
                <a:latin typeface="+mj-lt"/>
              </a:defRPr>
            </a:lvl8pPr>
            <a:lvl9pPr marL="3291840" indent="-365760">
              <a:lnSpc>
                <a:spcPct val="90000"/>
              </a:lnSpc>
              <a:buFont typeface="Wells Fargo Sans Display" panose="020B0503020203020204" pitchFamily="34" charset="0"/>
              <a:buChar char="–"/>
              <a:defRPr sz="3200">
                <a:latin typeface="+mj-lt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16C968B0-98BE-A54C-8F1A-69CB67A0FB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856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5A6DEEE1-C08A-1E44-BEC5-E09044562C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18C91035-5E9C-427C-BB14-3C95EF5EA9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5413248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86D2EDA-1064-496E-9F5C-3A8317F76D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4600" y="1600200"/>
            <a:ext cx="5413248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E9BFDC9A-8BFC-8946-84F2-2786226F4A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116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">
            <a:extLst>
              <a:ext uri="{FF2B5EF4-FFF2-40B4-BE49-F238E27FC236}">
                <a16:creationId xmlns:a16="http://schemas.microsoft.com/office/drawing/2014/main" id="{0FEC781B-6995-FC4B-8081-5377A71B27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18C91035-5E9C-427C-BB14-3C95EF5EA9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199" y="1600200"/>
            <a:ext cx="3457575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86D2EDA-1064-496E-9F5C-3A8317F76D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65626" y="1600200"/>
            <a:ext cx="3454400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AAE1199F-835A-AB49-B657-252EF2C5A8A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277224" y="1600200"/>
            <a:ext cx="3457575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77759C7B-BF36-F44D-BEAC-32033DC6973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1026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bar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">
            <a:extLst>
              <a:ext uri="{FF2B5EF4-FFF2-40B4-BE49-F238E27FC236}">
                <a16:creationId xmlns:a16="http://schemas.microsoft.com/office/drawing/2014/main" id="{0FEC781B-6995-FC4B-8081-5377A71B27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18C91035-5E9C-427C-BB14-3C95EF5EA9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199" y="1600200"/>
            <a:ext cx="3457575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86D2EDA-1064-496E-9F5C-3A8317F76D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65626" y="1600200"/>
            <a:ext cx="7369174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5D805AD4-73CF-FE45-8F86-233D14A0CF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3860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bar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">
            <a:extLst>
              <a:ext uri="{FF2B5EF4-FFF2-40B4-BE49-F238E27FC236}">
                <a16:creationId xmlns:a16="http://schemas.microsoft.com/office/drawing/2014/main" id="{0FEC781B-6995-FC4B-8081-5377A71B27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18C91035-5E9C-427C-BB14-3C95EF5EA9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199" y="1600200"/>
            <a:ext cx="7366001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86D2EDA-1064-496E-9F5C-3A8317F76D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77224" y="1600200"/>
            <a:ext cx="3457575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34BDA51D-739A-6147-AE33-B80AD50465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6744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C0E22618-D046-4A43-A145-B5CC229DCC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[Slide title]</a:t>
            </a:r>
          </a:p>
        </p:txBody>
      </p:sp>
      <p:sp>
        <p:nvSpPr>
          <p:cNvPr id="5" name="Chart Placeholder 1">
            <a:extLst>
              <a:ext uri="{FF2B5EF4-FFF2-40B4-BE49-F238E27FC236}">
                <a16:creationId xmlns:a16="http://schemas.microsoft.com/office/drawing/2014/main" id="{1739FB7C-9269-7342-8648-01158E245B2B}"/>
              </a:ext>
            </a:extLst>
          </p:cNvPr>
          <p:cNvSpPr>
            <a:spLocks noGrp="1"/>
          </p:cNvSpPr>
          <p:nvPr>
            <p:ph type="chart" sz="quarter" idx="11"/>
          </p:nvPr>
        </p:nvSpPr>
        <p:spPr>
          <a:xfrm>
            <a:off x="457200" y="1600200"/>
            <a:ext cx="3454400" cy="2057400"/>
          </a:xfrm>
        </p:spPr>
        <p:txBody>
          <a:bodyPr anchor="ctr" anchorCtr="0">
            <a:norm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6" name="Chart Placeholder 2">
            <a:extLst>
              <a:ext uri="{FF2B5EF4-FFF2-40B4-BE49-F238E27FC236}">
                <a16:creationId xmlns:a16="http://schemas.microsoft.com/office/drawing/2014/main" id="{A9A5DDBF-F036-D247-8214-85BE84E1C4F7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4367213" y="1600200"/>
            <a:ext cx="3454400" cy="2057400"/>
          </a:xfrm>
        </p:spPr>
        <p:txBody>
          <a:bodyPr anchor="ctr" anchorCtr="0">
            <a:norm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7" name="Chart Placeholder 3">
            <a:extLst>
              <a:ext uri="{FF2B5EF4-FFF2-40B4-BE49-F238E27FC236}">
                <a16:creationId xmlns:a16="http://schemas.microsoft.com/office/drawing/2014/main" id="{67E53449-679B-CC46-BF8F-F1C105ECD917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8277225" y="1600200"/>
            <a:ext cx="3454400" cy="2057400"/>
          </a:xfrm>
        </p:spPr>
        <p:txBody>
          <a:bodyPr anchor="ctr" anchorCtr="0">
            <a:norm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8" name="Chart Placeholder 4">
            <a:extLst>
              <a:ext uri="{FF2B5EF4-FFF2-40B4-BE49-F238E27FC236}">
                <a16:creationId xmlns:a16="http://schemas.microsoft.com/office/drawing/2014/main" id="{964DD178-5836-D24D-9CF5-2E0FDE4934E6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457200" y="4114800"/>
            <a:ext cx="3454400" cy="2057400"/>
          </a:xfrm>
        </p:spPr>
        <p:txBody>
          <a:bodyPr anchor="ctr" anchorCtr="0">
            <a:norm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9" name="Chart Placeholder 5">
            <a:extLst>
              <a:ext uri="{FF2B5EF4-FFF2-40B4-BE49-F238E27FC236}">
                <a16:creationId xmlns:a16="http://schemas.microsoft.com/office/drawing/2014/main" id="{CB0AE243-8D47-2941-B6AB-7A7BFCBEE1B2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4367213" y="4114800"/>
            <a:ext cx="3454400" cy="2057400"/>
          </a:xfrm>
        </p:spPr>
        <p:txBody>
          <a:bodyPr anchor="ctr" anchorCtr="0">
            <a:norm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10" name="Chart Placeholder 6">
            <a:extLst>
              <a:ext uri="{FF2B5EF4-FFF2-40B4-BE49-F238E27FC236}">
                <a16:creationId xmlns:a16="http://schemas.microsoft.com/office/drawing/2014/main" id="{C99EE39F-D270-8347-9E90-33ACBAEA0719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8277225" y="4114800"/>
            <a:ext cx="3454400" cy="2057400"/>
          </a:xfrm>
        </p:spPr>
        <p:txBody>
          <a:bodyPr anchor="ctr" anchorCtr="0">
            <a:norm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99DBD1E6-5A74-274B-8433-97A77208CD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802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rgbClr val="D71E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B978441-1A14-8771-F60C-DE5C03993B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7366000" cy="914400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/>
              <a:t>[Section header title or quote]</a:t>
            </a: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DDE4F266-744F-102E-2742-0D3DF29EE58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7200" y="1642187"/>
            <a:ext cx="7366000" cy="457200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</a:defRPr>
            </a:lvl1pPr>
            <a:lvl2pPr marL="0" indent="0">
              <a:spcBef>
                <a:spcPts val="1200"/>
              </a:spcBef>
              <a:buNone/>
              <a:defRPr sz="1800">
                <a:solidFill>
                  <a:schemeClr val="tx1"/>
                </a:solidFill>
              </a:defRPr>
            </a:lvl2pPr>
            <a:lvl3pPr marL="228600" indent="-228600">
              <a:spcBef>
                <a:spcPts val="1200"/>
              </a:spcBef>
              <a:buFont typeface="Wells Fargo Sans" panose="020B0503020203020204" pitchFamily="34" charset="0"/>
              <a:buChar char="•"/>
              <a:defRPr sz="1800">
                <a:solidFill>
                  <a:schemeClr val="tx1"/>
                </a:solidFill>
              </a:defRPr>
            </a:lvl3pPr>
            <a:lvl4pPr marL="457200" indent="-228600">
              <a:spcBef>
                <a:spcPts val="300"/>
              </a:spcBef>
              <a:buFont typeface="Wells Fargo Sans" panose="020B0503020203020204" pitchFamily="34" charset="0"/>
              <a:buChar char="–"/>
              <a:defRPr sz="1800">
                <a:solidFill>
                  <a:schemeClr val="tx1"/>
                </a:solidFill>
              </a:defRPr>
            </a:lvl4pPr>
            <a:lvl5pPr marL="685800" indent="-228600">
              <a:spcBef>
                <a:spcPts val="300"/>
              </a:spcBef>
              <a:buFont typeface="Wells Fargo Sans" panose="020B0503020203020204" pitchFamily="34" charset="0"/>
              <a:buChar char="–"/>
              <a:defRPr sz="1800">
                <a:solidFill>
                  <a:schemeClr val="tx1"/>
                </a:solidFill>
              </a:defRPr>
            </a:lvl5pPr>
            <a:lvl6pPr marL="914400" indent="-228600">
              <a:spcBef>
                <a:spcPts val="300"/>
              </a:spcBef>
              <a:buFont typeface="Wells Fargo Sans" panose="020B0503020203020204" pitchFamily="34" charset="0"/>
              <a:buChar char="–"/>
              <a:defRPr sz="1800">
                <a:solidFill>
                  <a:schemeClr val="tx1"/>
                </a:solidFill>
              </a:defRPr>
            </a:lvl6pPr>
            <a:lvl7pPr marL="1143000" indent="-228600">
              <a:spcBef>
                <a:spcPts val="300"/>
              </a:spcBef>
              <a:buFont typeface="Wells Fargo Sans" panose="020B0503020203020204" pitchFamily="34" charset="0"/>
              <a:buChar char="–"/>
              <a:defRPr sz="1800">
                <a:solidFill>
                  <a:schemeClr val="tx1"/>
                </a:solidFill>
              </a:defRPr>
            </a:lvl7pPr>
            <a:lvl8pPr marL="1371600" indent="-228600">
              <a:spcBef>
                <a:spcPts val="300"/>
              </a:spcBef>
              <a:buFont typeface="Wells Fargo Sans" panose="020B0503020203020204" pitchFamily="34" charset="0"/>
              <a:buChar char="–"/>
              <a:defRPr sz="1800">
                <a:solidFill>
                  <a:schemeClr val="tx1"/>
                </a:solidFill>
              </a:defRPr>
            </a:lvl8pPr>
            <a:lvl9pPr marL="1600200" indent="-228600">
              <a:spcBef>
                <a:spcPts val="300"/>
              </a:spcBef>
              <a:buFont typeface="Wells Fargo Sans" panose="020B0503020203020204" pitchFamily="34" charset="0"/>
              <a:buChar char="–"/>
              <a:defRPr sz="1800">
                <a:solidFill>
                  <a:schemeClr val="tx1"/>
                </a:solidFill>
              </a:defRPr>
            </a:lvl9pPr>
          </a:lstStyle>
          <a:p>
            <a:pPr lvl="1"/>
            <a:r>
              <a:rPr lang="en-US" dirty="0"/>
              <a:t>Additional information, if needed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17EF2A7E-ED94-E540-9CF4-B56F980A38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1000"/>
            </a:lvl1pPr>
          </a:lstStyle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499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Orange">
    <p:bg>
      <p:bgPr>
        <a:solidFill>
          <a:srgbClr val="EB69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6">
            <a:extLst>
              <a:ext uri="{FF2B5EF4-FFF2-40B4-BE49-F238E27FC236}">
                <a16:creationId xmlns:a16="http://schemas.microsoft.com/office/drawing/2014/main" id="{8C24CB98-80F8-1F3E-E3F5-EE7EE26298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7366000" cy="914400"/>
          </a:xfrm>
        </p:spPr>
        <p:txBody>
          <a:bodyPr/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[Section header title or quote]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33D3B5F9-3452-038D-CDC5-D5098878847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7200" y="1642187"/>
            <a:ext cx="7366000" cy="457200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</a:defRPr>
            </a:lvl1pPr>
            <a:lvl2pPr marL="0" indent="0">
              <a:spcBef>
                <a:spcPts val="1200"/>
              </a:spcBef>
              <a:buNone/>
              <a:defRPr sz="1800">
                <a:solidFill>
                  <a:schemeClr val="tx1"/>
                </a:solidFill>
              </a:defRPr>
            </a:lvl2pPr>
            <a:lvl3pPr marL="228600" indent="-228600">
              <a:spcBef>
                <a:spcPts val="1200"/>
              </a:spcBef>
              <a:buFont typeface="Wells Fargo Sans" panose="020B0503020203020204" pitchFamily="34" charset="0"/>
              <a:buChar char="•"/>
              <a:defRPr sz="1800">
                <a:solidFill>
                  <a:schemeClr val="tx1"/>
                </a:solidFill>
              </a:defRPr>
            </a:lvl3pPr>
            <a:lvl4pPr marL="457200" indent="-228600">
              <a:spcBef>
                <a:spcPts val="300"/>
              </a:spcBef>
              <a:buFont typeface="Wells Fargo Sans" panose="020B0503020203020204" pitchFamily="34" charset="0"/>
              <a:buChar char="–"/>
              <a:defRPr sz="1800">
                <a:solidFill>
                  <a:schemeClr val="tx1"/>
                </a:solidFill>
              </a:defRPr>
            </a:lvl4pPr>
            <a:lvl5pPr marL="685800" indent="-228600">
              <a:spcBef>
                <a:spcPts val="300"/>
              </a:spcBef>
              <a:buFont typeface="Wells Fargo Sans" panose="020B0503020203020204" pitchFamily="34" charset="0"/>
              <a:buChar char="–"/>
              <a:defRPr sz="1800">
                <a:solidFill>
                  <a:schemeClr val="tx1"/>
                </a:solidFill>
              </a:defRPr>
            </a:lvl5pPr>
            <a:lvl6pPr marL="914400" indent="-228600">
              <a:spcBef>
                <a:spcPts val="300"/>
              </a:spcBef>
              <a:buFont typeface="Wells Fargo Sans" panose="020B0503020203020204" pitchFamily="34" charset="0"/>
              <a:buChar char="–"/>
              <a:defRPr sz="1800">
                <a:solidFill>
                  <a:schemeClr val="tx1"/>
                </a:solidFill>
              </a:defRPr>
            </a:lvl6pPr>
            <a:lvl7pPr marL="1143000" indent="-228600">
              <a:spcBef>
                <a:spcPts val="300"/>
              </a:spcBef>
              <a:buFont typeface="Wells Fargo Sans" panose="020B0503020203020204" pitchFamily="34" charset="0"/>
              <a:buChar char="–"/>
              <a:defRPr sz="1800">
                <a:solidFill>
                  <a:schemeClr val="tx1"/>
                </a:solidFill>
              </a:defRPr>
            </a:lvl7pPr>
            <a:lvl8pPr marL="1371600" indent="-228600">
              <a:spcBef>
                <a:spcPts val="300"/>
              </a:spcBef>
              <a:buFont typeface="Wells Fargo Sans" panose="020B0503020203020204" pitchFamily="34" charset="0"/>
              <a:buChar char="–"/>
              <a:defRPr sz="1800">
                <a:solidFill>
                  <a:schemeClr val="tx1"/>
                </a:solidFill>
              </a:defRPr>
            </a:lvl8pPr>
            <a:lvl9pPr marL="1600200" indent="-228600">
              <a:spcBef>
                <a:spcPts val="300"/>
              </a:spcBef>
              <a:buFont typeface="Wells Fargo Sans" panose="020B0503020203020204" pitchFamily="34" charset="0"/>
              <a:buChar char="–"/>
              <a:defRPr sz="1800">
                <a:solidFill>
                  <a:schemeClr val="tx1"/>
                </a:solidFill>
              </a:defRPr>
            </a:lvl9pPr>
          </a:lstStyle>
          <a:p>
            <a:pPr lvl="1"/>
            <a:r>
              <a:rPr lang="en-US" dirty="0"/>
              <a:t>Additional information, if needed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4E969CF6-897C-2A47-AFD1-3CED01FF01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1000"/>
            </a:lvl1pPr>
          </a:lstStyle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27073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Light Orange">
    <p:bg>
      <p:bgPr>
        <a:solidFill>
          <a:srgbClr val="FF96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572269C-DB1B-526D-6B61-D0747909ED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7366000" cy="914400"/>
          </a:xfrm>
        </p:spPr>
        <p:txBody>
          <a:bodyPr/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[Section header title or quote]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18F627A7-1615-B033-4364-E3A61EB975A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7200" y="1642187"/>
            <a:ext cx="7366000" cy="457200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</a:defRPr>
            </a:lvl1pPr>
            <a:lvl2pPr marL="0" indent="0">
              <a:spcBef>
                <a:spcPts val="1200"/>
              </a:spcBef>
              <a:buNone/>
              <a:defRPr sz="1800">
                <a:solidFill>
                  <a:schemeClr val="tx1"/>
                </a:solidFill>
              </a:defRPr>
            </a:lvl2pPr>
            <a:lvl3pPr marL="228600" indent="-228600">
              <a:spcBef>
                <a:spcPts val="1200"/>
              </a:spcBef>
              <a:buFont typeface="Wells Fargo Sans" panose="020B0503020203020204" pitchFamily="34" charset="0"/>
              <a:buChar char="•"/>
              <a:defRPr sz="1800">
                <a:solidFill>
                  <a:schemeClr val="tx1"/>
                </a:solidFill>
              </a:defRPr>
            </a:lvl3pPr>
            <a:lvl4pPr marL="457200" indent="-228600">
              <a:spcBef>
                <a:spcPts val="300"/>
              </a:spcBef>
              <a:buFont typeface="Wells Fargo Sans" panose="020B0503020203020204" pitchFamily="34" charset="0"/>
              <a:buChar char="–"/>
              <a:defRPr sz="1800">
                <a:solidFill>
                  <a:schemeClr val="tx1"/>
                </a:solidFill>
              </a:defRPr>
            </a:lvl4pPr>
            <a:lvl5pPr marL="685800" indent="-228600">
              <a:spcBef>
                <a:spcPts val="300"/>
              </a:spcBef>
              <a:buFont typeface="Wells Fargo Sans" panose="020B0503020203020204" pitchFamily="34" charset="0"/>
              <a:buChar char="–"/>
              <a:defRPr sz="1800">
                <a:solidFill>
                  <a:schemeClr val="tx1"/>
                </a:solidFill>
              </a:defRPr>
            </a:lvl5pPr>
            <a:lvl6pPr marL="914400" indent="-228600">
              <a:spcBef>
                <a:spcPts val="300"/>
              </a:spcBef>
              <a:buFont typeface="Wells Fargo Sans" panose="020B0503020203020204" pitchFamily="34" charset="0"/>
              <a:buChar char="–"/>
              <a:defRPr sz="1800">
                <a:solidFill>
                  <a:schemeClr val="tx1"/>
                </a:solidFill>
              </a:defRPr>
            </a:lvl6pPr>
            <a:lvl7pPr marL="1143000" indent="-228600">
              <a:spcBef>
                <a:spcPts val="300"/>
              </a:spcBef>
              <a:buFont typeface="Wells Fargo Sans" panose="020B0503020203020204" pitchFamily="34" charset="0"/>
              <a:buChar char="–"/>
              <a:defRPr sz="1800">
                <a:solidFill>
                  <a:schemeClr val="tx1"/>
                </a:solidFill>
              </a:defRPr>
            </a:lvl7pPr>
            <a:lvl8pPr marL="1371600" indent="-228600">
              <a:spcBef>
                <a:spcPts val="300"/>
              </a:spcBef>
              <a:buFont typeface="Wells Fargo Sans" panose="020B0503020203020204" pitchFamily="34" charset="0"/>
              <a:buChar char="–"/>
              <a:defRPr sz="1800">
                <a:solidFill>
                  <a:schemeClr val="tx1"/>
                </a:solidFill>
              </a:defRPr>
            </a:lvl8pPr>
            <a:lvl9pPr marL="1600200" indent="-228600">
              <a:spcBef>
                <a:spcPts val="300"/>
              </a:spcBef>
              <a:buFont typeface="Wells Fargo Sans" panose="020B0503020203020204" pitchFamily="34" charset="0"/>
              <a:buChar char="–"/>
              <a:defRPr sz="1800">
                <a:solidFill>
                  <a:schemeClr val="tx1"/>
                </a:solidFill>
              </a:defRPr>
            </a:lvl9pPr>
          </a:lstStyle>
          <a:p>
            <a:pPr lvl="1"/>
            <a:r>
              <a:rPr lang="en-US" dirty="0"/>
              <a:t>Additional information, if needed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7A37D924-28E5-5843-9BA3-6C88EE563D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1000"/>
            </a:lvl1pPr>
          </a:lstStyle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92900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2F16111-A43D-7DAD-DEC3-118327EC40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7366000" cy="914400"/>
          </a:xfrm>
        </p:spPr>
        <p:txBody>
          <a:bodyPr/>
          <a:lstStyle>
            <a:lvl1pPr>
              <a:defRPr sz="4400">
                <a:solidFill>
                  <a:srgbClr val="D71E28"/>
                </a:solidFill>
              </a:defRPr>
            </a:lvl1pPr>
          </a:lstStyle>
          <a:p>
            <a:r>
              <a:rPr lang="en-US" dirty="0"/>
              <a:t>[Section header title or quote]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2F745C37-0C8A-8CA0-C66C-4112EFEC04A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7200" y="1642187"/>
            <a:ext cx="7366000" cy="457200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</a:defRPr>
            </a:lvl1pPr>
            <a:lvl2pPr marL="0" indent="0">
              <a:spcBef>
                <a:spcPts val="1200"/>
              </a:spcBef>
              <a:buNone/>
              <a:defRPr sz="1800">
                <a:solidFill>
                  <a:schemeClr val="tx1"/>
                </a:solidFill>
              </a:defRPr>
            </a:lvl2pPr>
            <a:lvl3pPr marL="228600" indent="-228600">
              <a:spcBef>
                <a:spcPts val="1200"/>
              </a:spcBef>
              <a:buFont typeface="Wells Fargo Sans" panose="020B0503020203020204" pitchFamily="34" charset="0"/>
              <a:buChar char="•"/>
              <a:defRPr sz="1800">
                <a:solidFill>
                  <a:schemeClr val="tx1"/>
                </a:solidFill>
              </a:defRPr>
            </a:lvl3pPr>
            <a:lvl4pPr marL="457200" indent="-228600">
              <a:spcBef>
                <a:spcPts val="300"/>
              </a:spcBef>
              <a:buFont typeface="Wells Fargo Sans" panose="020B0503020203020204" pitchFamily="34" charset="0"/>
              <a:buChar char="–"/>
              <a:defRPr sz="1800">
                <a:solidFill>
                  <a:schemeClr val="tx1"/>
                </a:solidFill>
              </a:defRPr>
            </a:lvl4pPr>
            <a:lvl5pPr marL="685800" indent="-228600">
              <a:spcBef>
                <a:spcPts val="300"/>
              </a:spcBef>
              <a:buFont typeface="Wells Fargo Sans" panose="020B0503020203020204" pitchFamily="34" charset="0"/>
              <a:buChar char="–"/>
              <a:defRPr sz="1800">
                <a:solidFill>
                  <a:schemeClr val="tx1"/>
                </a:solidFill>
              </a:defRPr>
            </a:lvl5pPr>
            <a:lvl6pPr marL="914400" indent="-228600">
              <a:spcBef>
                <a:spcPts val="300"/>
              </a:spcBef>
              <a:buFont typeface="Wells Fargo Sans" panose="020B0503020203020204" pitchFamily="34" charset="0"/>
              <a:buChar char="–"/>
              <a:defRPr sz="1800">
                <a:solidFill>
                  <a:schemeClr val="tx1"/>
                </a:solidFill>
              </a:defRPr>
            </a:lvl6pPr>
            <a:lvl7pPr marL="1143000" indent="-228600">
              <a:spcBef>
                <a:spcPts val="300"/>
              </a:spcBef>
              <a:buFont typeface="Wells Fargo Sans" panose="020B0503020203020204" pitchFamily="34" charset="0"/>
              <a:buChar char="–"/>
              <a:defRPr sz="1800">
                <a:solidFill>
                  <a:schemeClr val="tx1"/>
                </a:solidFill>
              </a:defRPr>
            </a:lvl7pPr>
            <a:lvl8pPr marL="1371600" indent="-228600">
              <a:spcBef>
                <a:spcPts val="300"/>
              </a:spcBef>
              <a:buFont typeface="Wells Fargo Sans" panose="020B0503020203020204" pitchFamily="34" charset="0"/>
              <a:buChar char="–"/>
              <a:defRPr sz="1800">
                <a:solidFill>
                  <a:schemeClr val="tx1"/>
                </a:solidFill>
              </a:defRPr>
            </a:lvl8pPr>
            <a:lvl9pPr marL="1600200" indent="-228600">
              <a:spcBef>
                <a:spcPts val="300"/>
              </a:spcBef>
              <a:buFont typeface="Wells Fargo Sans" panose="020B0503020203020204" pitchFamily="34" charset="0"/>
              <a:buChar char="–"/>
              <a:defRPr sz="1800">
                <a:solidFill>
                  <a:schemeClr val="tx1"/>
                </a:solidFill>
              </a:defRPr>
            </a:lvl9pPr>
          </a:lstStyle>
          <a:p>
            <a:pPr lvl="1"/>
            <a:r>
              <a:rPr lang="en-US" dirty="0"/>
              <a:t>Additional information, if needed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56A6D6C7-DEED-604E-9F87-29E1838E56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1000"/>
            </a:lvl1pPr>
          </a:lstStyle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92270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CD4D62C-8EA9-44FC-83B2-701A7A41EF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7366001" cy="914400"/>
          </a:xfrm>
        </p:spPr>
        <p:txBody>
          <a:bodyPr/>
          <a:lstStyle/>
          <a:p>
            <a:r>
              <a:rPr lang="en-US" dirty="0"/>
              <a:t>[Slide title]</a:t>
            </a:r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3E076051-AE4B-CF44-AB12-A6CC31DC24E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57201" y="1600200"/>
            <a:ext cx="73660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32868F16-0382-729B-551B-B09687D1AAB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77225" y="-6350"/>
            <a:ext cx="3914775" cy="6864350"/>
          </a:xfrm>
          <a:solidFill>
            <a:srgbClr val="F4F0ED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Insert an image here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7042F1D1-52E8-5643-866B-0EB322CE1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/>
            </a:lvl1pPr>
          </a:lstStyle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2044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ne Photo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CD4D62C-8EA9-44FC-83B2-701A7A41EF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[Slide title]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80D26346-61C4-6C44-B93D-0EBC0C5CAE3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199" y="1600200"/>
            <a:ext cx="9550401" cy="411480"/>
          </a:xfrm>
        </p:spPr>
        <p:txBody>
          <a:bodyPr anchor="b" anchorCtr="0">
            <a:noAutofit/>
          </a:bodyPr>
          <a:lstStyle>
            <a:lvl1pPr marL="0" indent="0">
              <a:spcBef>
                <a:spcPts val="0"/>
              </a:spcBef>
              <a:buNone/>
              <a:defRPr sz="1200"/>
            </a:lvl1pPr>
            <a:lvl2pPr marL="0" indent="0">
              <a:spcBef>
                <a:spcPts val="0"/>
              </a:spcBef>
              <a:buNone/>
              <a:defRPr sz="1200"/>
            </a:lvl2pPr>
            <a:lvl3pPr marL="0" indent="0">
              <a:spcBef>
                <a:spcPts val="0"/>
              </a:spcBef>
              <a:buNone/>
              <a:defRPr sz="1200"/>
            </a:lvl3pPr>
            <a:lvl4pPr marL="0" indent="0">
              <a:spcBef>
                <a:spcPts val="0"/>
              </a:spcBef>
              <a:buNone/>
              <a:defRPr sz="1200"/>
            </a:lvl4pPr>
            <a:lvl5pPr marL="0" indent="0">
              <a:spcBef>
                <a:spcPts val="0"/>
              </a:spcBef>
              <a:buNone/>
              <a:defRPr sz="1200"/>
            </a:lvl5pPr>
            <a:lvl6pPr marL="0" indent="0">
              <a:spcBef>
                <a:spcPts val="0"/>
              </a:spcBef>
              <a:buNone/>
              <a:defRPr sz="1200"/>
            </a:lvl6pPr>
            <a:lvl7pPr marL="0" indent="0">
              <a:spcBef>
                <a:spcPts val="0"/>
              </a:spcBef>
              <a:buNone/>
              <a:defRPr sz="1200"/>
            </a:lvl7pPr>
            <a:lvl8pPr marL="0" indent="0">
              <a:spcBef>
                <a:spcPts val="0"/>
              </a:spcBef>
              <a:buNone/>
              <a:defRPr sz="1200"/>
            </a:lvl8pPr>
            <a:lvl9pPr marL="0" indent="0">
              <a:spcBef>
                <a:spcPts val="0"/>
              </a:spcBef>
              <a:buNone/>
              <a:defRPr sz="1200"/>
            </a:lvl9pPr>
          </a:lstStyle>
          <a:p>
            <a:pPr lvl="0"/>
            <a:r>
              <a:rPr lang="en-US" dirty="0"/>
              <a:t>[Optional photo caption]</a:t>
            </a:r>
          </a:p>
        </p:txBody>
      </p:sp>
      <p:sp>
        <p:nvSpPr>
          <p:cNvPr id="5" name="Content Placeholder 8" descr="Upload or paste an image here">
            <a:extLst>
              <a:ext uri="{FF2B5EF4-FFF2-40B4-BE49-F238E27FC236}">
                <a16:creationId xmlns:a16="http://schemas.microsoft.com/office/drawing/2014/main" id="{158890DA-EE94-49A2-698E-E2392FAF6E1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0" y="2103438"/>
            <a:ext cx="12192000" cy="4754562"/>
          </a:xfrm>
          <a:solidFill>
            <a:srgbClr val="F4F0ED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Insert an image here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6C7E36A9-B84B-7E40-9E84-C82B263BF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/>
            </a:lvl1pPr>
          </a:lstStyle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7215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Photos and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CD4D62C-8EA9-44FC-83B2-701A7A41EF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[Slide title]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80D26346-61C4-6C44-B93D-0EBC0C5CAE3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199" y="1600200"/>
            <a:ext cx="7366001" cy="411480"/>
          </a:xfrm>
        </p:spPr>
        <p:txBody>
          <a:bodyPr anchor="b" anchorCtr="0">
            <a:noAutofit/>
          </a:bodyPr>
          <a:lstStyle>
            <a:lvl1pPr marL="0" indent="0">
              <a:spcBef>
                <a:spcPts val="0"/>
              </a:spcBef>
              <a:buNone/>
              <a:defRPr sz="1200"/>
            </a:lvl1pPr>
            <a:lvl2pPr marL="0" indent="0">
              <a:spcBef>
                <a:spcPts val="0"/>
              </a:spcBef>
              <a:buNone/>
              <a:defRPr sz="1200"/>
            </a:lvl2pPr>
            <a:lvl3pPr marL="0" indent="0">
              <a:spcBef>
                <a:spcPts val="0"/>
              </a:spcBef>
              <a:buNone/>
              <a:defRPr sz="1200"/>
            </a:lvl3pPr>
            <a:lvl4pPr marL="0" indent="0">
              <a:spcBef>
                <a:spcPts val="0"/>
              </a:spcBef>
              <a:buNone/>
              <a:defRPr sz="1200"/>
            </a:lvl4pPr>
            <a:lvl5pPr marL="0" indent="0">
              <a:spcBef>
                <a:spcPts val="0"/>
              </a:spcBef>
              <a:buNone/>
              <a:defRPr sz="1200"/>
            </a:lvl5pPr>
            <a:lvl6pPr marL="0" indent="0">
              <a:spcBef>
                <a:spcPts val="0"/>
              </a:spcBef>
              <a:buNone/>
              <a:defRPr sz="1200"/>
            </a:lvl6pPr>
            <a:lvl7pPr marL="0" indent="0">
              <a:spcBef>
                <a:spcPts val="0"/>
              </a:spcBef>
              <a:buNone/>
              <a:defRPr sz="1200"/>
            </a:lvl7pPr>
            <a:lvl8pPr marL="0" indent="0">
              <a:spcBef>
                <a:spcPts val="0"/>
              </a:spcBef>
              <a:buNone/>
              <a:defRPr sz="1200"/>
            </a:lvl8pPr>
            <a:lvl9pPr marL="0" indent="0">
              <a:spcBef>
                <a:spcPts val="0"/>
              </a:spcBef>
              <a:buNone/>
              <a:defRPr sz="1200"/>
            </a:lvl9pPr>
          </a:lstStyle>
          <a:p>
            <a:pPr lvl="0"/>
            <a:r>
              <a:rPr lang="en-US" dirty="0"/>
              <a:t>[Optional photo caption]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37B4CCE4-B917-8A72-E0D9-21CEB2696C84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0" y="2103120"/>
            <a:ext cx="8277225" cy="4754562"/>
          </a:xfrm>
          <a:solidFill>
            <a:srgbClr val="F4F0ED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Insert an image here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044CA248-D2A9-BE4C-8A71-862CADED024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77225" y="1600200"/>
            <a:ext cx="3457575" cy="411480"/>
          </a:xfrm>
        </p:spPr>
        <p:txBody>
          <a:bodyPr anchor="b" anchorCtr="0">
            <a:noAutofit/>
          </a:bodyPr>
          <a:lstStyle>
            <a:lvl1pPr marL="0" indent="0">
              <a:spcBef>
                <a:spcPts val="0"/>
              </a:spcBef>
              <a:buNone/>
              <a:defRPr sz="1200"/>
            </a:lvl1pPr>
            <a:lvl2pPr marL="0" indent="0">
              <a:spcBef>
                <a:spcPts val="0"/>
              </a:spcBef>
              <a:buNone/>
              <a:defRPr sz="1200"/>
            </a:lvl2pPr>
            <a:lvl3pPr marL="0" indent="0">
              <a:spcBef>
                <a:spcPts val="0"/>
              </a:spcBef>
              <a:buNone/>
              <a:defRPr sz="1200"/>
            </a:lvl3pPr>
            <a:lvl4pPr marL="0" indent="0">
              <a:spcBef>
                <a:spcPts val="0"/>
              </a:spcBef>
              <a:buNone/>
              <a:defRPr sz="1200"/>
            </a:lvl4pPr>
            <a:lvl5pPr marL="0" indent="0">
              <a:spcBef>
                <a:spcPts val="0"/>
              </a:spcBef>
              <a:buNone/>
              <a:defRPr sz="1200"/>
            </a:lvl5pPr>
            <a:lvl6pPr marL="0" indent="0">
              <a:spcBef>
                <a:spcPts val="0"/>
              </a:spcBef>
              <a:buNone/>
              <a:defRPr sz="1200"/>
            </a:lvl6pPr>
            <a:lvl7pPr marL="0" indent="0">
              <a:spcBef>
                <a:spcPts val="0"/>
              </a:spcBef>
              <a:buNone/>
              <a:defRPr sz="1200"/>
            </a:lvl7pPr>
            <a:lvl8pPr marL="0" indent="0">
              <a:spcBef>
                <a:spcPts val="0"/>
              </a:spcBef>
              <a:buNone/>
              <a:defRPr sz="1200"/>
            </a:lvl8pPr>
            <a:lvl9pPr marL="0" indent="0">
              <a:spcBef>
                <a:spcPts val="0"/>
              </a:spcBef>
              <a:buNone/>
              <a:defRPr sz="1200"/>
            </a:lvl9pPr>
          </a:lstStyle>
          <a:p>
            <a:pPr lvl="0"/>
            <a:r>
              <a:rPr lang="en-US" dirty="0"/>
              <a:t>[Optional photo caption]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62ED1E8-8B2E-2571-7E17-FA9BBA5BE42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277225" y="2103120"/>
            <a:ext cx="3914775" cy="4754562"/>
          </a:xfrm>
          <a:solidFill>
            <a:srgbClr val="B5ADAD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Insert an image here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55695995-E9EC-9741-9AB6-FA7A10F3549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4861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CD4D62C-8EA9-44FC-83B2-701A7A41EF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[Slide title]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6E475588-47DB-0041-A49C-8F0EF86006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5871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6901BF-4BF3-611E-94F0-1833F25347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608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AF146-9394-B6BF-3269-7ED198AB1D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1713723"/>
            <a:ext cx="11277600" cy="1600199"/>
          </a:xfrm>
        </p:spPr>
        <p:txBody>
          <a:bodyPr anchor="b"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sz="3200" dirty="0"/>
              <a:t>Thank you</a:t>
            </a:r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D580231D-7943-F647-B67D-262940DDDB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4341845"/>
            <a:ext cx="3454400" cy="1830355"/>
          </a:xfrm>
        </p:spPr>
        <p:txBody>
          <a:bodyPr anchor="b" anchorCtr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/>
            </a:lvl1pPr>
            <a:lvl2pPr marL="0" indent="0">
              <a:spcBef>
                <a:spcPts val="0"/>
              </a:spcBef>
              <a:buFontTx/>
              <a:buNone/>
              <a:defRPr sz="1400"/>
            </a:lvl2pPr>
            <a:lvl3pPr marL="0" indent="0">
              <a:spcBef>
                <a:spcPts val="0"/>
              </a:spcBef>
              <a:buFontTx/>
              <a:buNone/>
              <a:defRPr sz="1400"/>
            </a:lvl3pPr>
            <a:lvl4pPr marL="0" indent="0">
              <a:spcBef>
                <a:spcPts val="0"/>
              </a:spcBef>
              <a:buFontTx/>
              <a:buNone/>
              <a:defRPr sz="1400"/>
            </a:lvl4pPr>
            <a:lvl5pPr marL="0" indent="0">
              <a:spcBef>
                <a:spcPts val="0"/>
              </a:spcBef>
              <a:buFontTx/>
              <a:buNone/>
              <a:defRPr sz="1400"/>
            </a:lvl5pPr>
            <a:lvl6pPr marL="0" indent="0">
              <a:spcBef>
                <a:spcPts val="0"/>
              </a:spcBef>
              <a:buFontTx/>
              <a:buNone/>
              <a:defRPr sz="1400"/>
            </a:lvl6pPr>
            <a:lvl7pPr marL="0" indent="0">
              <a:spcBef>
                <a:spcPts val="0"/>
              </a:spcBef>
              <a:buFontTx/>
              <a:buNone/>
              <a:defRPr sz="1400"/>
            </a:lvl7pPr>
            <a:lvl8pPr marL="0" indent="0">
              <a:spcBef>
                <a:spcPts val="0"/>
              </a:spcBef>
              <a:buFontTx/>
              <a:buNone/>
              <a:defRPr sz="1400"/>
            </a:lvl8pPr>
            <a:lvl9pPr marL="0" indent="0">
              <a:spcBef>
                <a:spcPts val="0"/>
              </a:spcBef>
              <a:buFontTx/>
              <a:buNone/>
              <a:defRPr sz="1400"/>
            </a:lvl9pPr>
          </a:lstStyle>
          <a:p>
            <a:pPr lvl="0"/>
            <a:r>
              <a:rPr lang="en-US" dirty="0"/>
              <a:t>[Optional contact information]</a:t>
            </a:r>
          </a:p>
        </p:txBody>
      </p:sp>
    </p:spTree>
    <p:extLst>
      <p:ext uri="{BB962C8B-B14F-4D97-AF65-F5344CB8AC3E}">
        <p14:creationId xmlns:p14="http://schemas.microsoft.com/office/powerpoint/2010/main" val="2338217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>
            <a:extLst>
              <a:ext uri="{FF2B5EF4-FFF2-40B4-BE49-F238E27FC236}">
                <a16:creationId xmlns:a16="http://schemas.microsoft.com/office/drawing/2014/main" id="{1EF5521F-5C5A-4C48-8B35-7AA5E0604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600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[Slide title]</a:t>
            </a:r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48CBF009-1B9F-4150-8EC1-2D97F9BB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11274552" cy="4572000"/>
          </a:xfrm>
          <a:prstGeom prst="rect">
            <a:avLst/>
          </a:prstGeom>
        </p:spPr>
        <p:txBody>
          <a:bodyPr vert="horz" lIns="0" tIns="0" rIns="0" bIns="0" spcCol="45720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3B92F20D-48D7-2E43-BCAC-BA410B21DF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7600" y="6400800"/>
            <a:ext cx="457200" cy="2286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9396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75" r:id="rId6"/>
    <p:sldLayoutId id="2147483682" r:id="rId7"/>
    <p:sldLayoutId id="2147483683" r:id="rId8"/>
    <p:sldLayoutId id="2147483669" r:id="rId9"/>
    <p:sldLayoutId id="2147483684" r:id="rId10"/>
    <p:sldLayoutId id="2147483685" r:id="rId11"/>
    <p:sldLayoutId id="2147483651" r:id="rId12"/>
    <p:sldLayoutId id="2147483662" r:id="rId13"/>
    <p:sldLayoutId id="2147483664" r:id="rId14"/>
    <p:sldLayoutId id="2147483661" r:id="rId15"/>
    <p:sldLayoutId id="2147483667" r:id="rId16"/>
    <p:sldLayoutId id="2147483666" r:id="rId17"/>
    <p:sldLayoutId id="2147483668" r:id="rId18"/>
    <p:sldLayoutId id="2147483692" r:id="rId19"/>
    <p:sldLayoutId id="2147483693" r:id="rId20"/>
    <p:sldLayoutId id="2147483671" r:id="rId2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200"/>
        </a:spcBef>
        <a:spcAft>
          <a:spcPts val="0"/>
        </a:spcAft>
        <a:buFont typeface="Wells Fargo Sans" panose="020B05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300"/>
        </a:spcBef>
        <a:spcAft>
          <a:spcPts val="0"/>
        </a:spcAft>
        <a:buFont typeface="Wells Fargo Sans" panose="020B0503020203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300"/>
        </a:spcBef>
        <a:spcAft>
          <a:spcPts val="0"/>
        </a:spcAft>
        <a:buFont typeface="Wells Fargo Sans" panose="020B0503020203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300"/>
        </a:spcBef>
        <a:spcAft>
          <a:spcPts val="0"/>
        </a:spcAft>
        <a:buFont typeface="Wells Fargo Sans" panose="020B0503020203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300"/>
        </a:spcBef>
        <a:spcAft>
          <a:spcPts val="0"/>
        </a:spcAft>
        <a:buFont typeface="Wells Fargo Sans" panose="020B0503020203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228600" algn="l" defTabSz="914400" rtl="0" eaLnBrk="1" latinLnBrk="0" hangingPunct="1">
        <a:lnSpc>
          <a:spcPct val="100000"/>
        </a:lnSpc>
        <a:spcBef>
          <a:spcPts val="300"/>
        </a:spcBef>
        <a:spcAft>
          <a:spcPts val="0"/>
        </a:spcAft>
        <a:buFont typeface="Wells Fargo Sans" panose="020B0503020203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228600" algn="l" defTabSz="914400" rtl="0" eaLnBrk="1" latinLnBrk="0" hangingPunct="1">
        <a:lnSpc>
          <a:spcPct val="100000"/>
        </a:lnSpc>
        <a:spcBef>
          <a:spcPts val="300"/>
        </a:spcBef>
        <a:spcAft>
          <a:spcPts val="0"/>
        </a:spcAft>
        <a:buFont typeface="Wells Fargo Sans" panose="020B0503020203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228600" algn="l" defTabSz="914400" rtl="0" eaLnBrk="1" latinLnBrk="0" hangingPunct="1">
        <a:lnSpc>
          <a:spcPct val="100000"/>
        </a:lnSpc>
        <a:spcBef>
          <a:spcPts val="300"/>
        </a:spcBef>
        <a:spcAft>
          <a:spcPts val="0"/>
        </a:spcAft>
        <a:buFont typeface="Wells Fargo Sans" panose="020B0503020203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indent="-228600" algn="l" defTabSz="914400" rtl="0" eaLnBrk="1" latinLnBrk="0" hangingPunct="1">
        <a:lnSpc>
          <a:spcPct val="100000"/>
        </a:lnSpc>
        <a:spcBef>
          <a:spcPts val="300"/>
        </a:spcBef>
        <a:spcAft>
          <a:spcPts val="0"/>
        </a:spcAft>
        <a:buFont typeface="Wells Fargo Sans" panose="020B0503020203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88" userDrawn="1">
          <p15:clr>
            <a:srgbClr val="F26B43"/>
          </p15:clr>
        </p15:guide>
        <p15:guide id="2" pos="288" userDrawn="1">
          <p15:clr>
            <a:srgbClr val="F26B43"/>
          </p15:clr>
        </p15:guide>
        <p15:guide id="3" pos="7392" userDrawn="1">
          <p15:clr>
            <a:srgbClr val="F26B43"/>
          </p15:clr>
        </p15:guide>
        <p15:guide id="4" orient="horz" pos="1008" userDrawn="1">
          <p15:clr>
            <a:srgbClr val="F26B43"/>
          </p15:clr>
        </p15:guide>
        <p15:guide id="5" orient="horz" pos="3888" userDrawn="1">
          <p15:clr>
            <a:srgbClr val="F26B43"/>
          </p15:clr>
        </p15:guide>
        <p15:guide id="6" orient="horz" pos="417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5A8E9-03C1-FF5B-0C33-DCD9F02A96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199" y="3564896"/>
            <a:ext cx="8375301" cy="692814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4800" dirty="0"/>
              <a:t>Horizon Bank Plugins</a:t>
            </a:r>
            <a:br>
              <a:rPr lang="en-US" dirty="0"/>
            </a:br>
            <a:r>
              <a:rPr lang="en-US" sz="2000" dirty="0"/>
              <a:t>For Rapid Prototyping + Scaffolding 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42B92F-43DE-10AE-D5DB-45E2D14D5F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199" y="4870382"/>
            <a:ext cx="5943599" cy="918055"/>
          </a:xfrm>
        </p:spPr>
        <p:txBody>
          <a:bodyPr/>
          <a:lstStyle/>
          <a:p>
            <a:r>
              <a:rPr lang="en-US" sz="1800" dirty="0">
                <a:latin typeface="Wells Fargo Sans" panose="020B0503020203020204" pitchFamily="34" charset="0"/>
              </a:rPr>
              <a:t>Ramesh Yarlagadda</a:t>
            </a:r>
          </a:p>
          <a:p>
            <a:r>
              <a:rPr lang="en-US" sz="2000" dirty="0">
                <a:latin typeface="Wells Fargo Sans" panose="020B0503020203020204" pitchFamily="34" charset="0"/>
              </a:rPr>
              <a:t>August 2026</a:t>
            </a:r>
            <a:br>
              <a:rPr lang="en-US" dirty="0">
                <a:latin typeface="Wells Fargo Sans" panose="020B0503020203020204" pitchFamily="34" charset="0"/>
              </a:rPr>
            </a:br>
            <a:endParaRPr lang="en-US" dirty="0">
              <a:latin typeface="Wells Fargo Sans" panose="020B0503020203020204" pitchFamily="34" charset="0"/>
            </a:endParaRPr>
          </a:p>
          <a:p>
            <a:endParaRPr lang="en-US" sz="1500" dirty="0">
              <a:latin typeface="Wells Fargo Sans" panose="020B0503020203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50D6032-C697-0CEA-9839-5A0EC7304BB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08733" y="5271927"/>
            <a:ext cx="3226068" cy="1204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146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0B95E-9E95-9E1D-29D3-8E9D354BA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2395F-49E2-78AA-A7CF-D8F4ECA9D2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90581"/>
            <a:ext cx="11458160" cy="4845155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600" dirty="0"/>
              <a:t>Plugins are </a:t>
            </a:r>
            <a:r>
              <a:rPr lang="en-US" sz="2600" b="1" dirty="0"/>
              <a:t>distribution packages</a:t>
            </a:r>
            <a:r>
              <a:rPr lang="en-US" sz="2600" dirty="0"/>
              <a:t> for reusable agent workflows that bundle agent skills, custom JS/Python scripts, specific domain scenarios, and MCPs into a single deployable unit; transforming the agent from a reader to an operator. 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24F33D-BD48-C06C-2699-65EB2C8844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500722F-1C11-21FB-5B1B-28BC24CE1F54}"/>
              </a:ext>
            </a:extLst>
          </p:cNvPr>
          <p:cNvSpPr txBox="1">
            <a:spLocks/>
          </p:cNvSpPr>
          <p:nvPr/>
        </p:nvSpPr>
        <p:spPr>
          <a:xfrm>
            <a:off x="457200" y="319596"/>
            <a:ext cx="11277600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700" dirty="0"/>
              <a:t>What are Plugins? </a:t>
            </a:r>
          </a:p>
        </p:txBody>
      </p:sp>
      <p:graphicFrame>
        <p:nvGraphicFramePr>
          <p:cNvPr id="9" name="Content Placeholder 1">
            <a:extLst>
              <a:ext uri="{FF2B5EF4-FFF2-40B4-BE49-F238E27FC236}">
                <a16:creationId xmlns:a16="http://schemas.microsoft.com/office/drawing/2014/main" id="{F221FA18-A6BA-878B-C9C7-3B6EB8763F3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82838704"/>
              </p:ext>
            </p:extLst>
          </p:nvPr>
        </p:nvGraphicFramePr>
        <p:xfrm>
          <a:off x="457199" y="2565283"/>
          <a:ext cx="11201402" cy="3648276"/>
        </p:xfrm>
        <a:graphic>
          <a:graphicData uri="http://schemas.openxmlformats.org/drawingml/2006/table">
            <a:tbl>
              <a:tblPr/>
              <a:tblGrid>
                <a:gridCol w="2025089">
                  <a:extLst>
                    <a:ext uri="{9D8B030D-6E8A-4147-A177-3AD203B41FA5}">
                      <a16:colId xmlns:a16="http://schemas.microsoft.com/office/drawing/2014/main" val="1033807151"/>
                    </a:ext>
                  </a:extLst>
                </a:gridCol>
                <a:gridCol w="5688277">
                  <a:extLst>
                    <a:ext uri="{9D8B030D-6E8A-4147-A177-3AD203B41FA5}">
                      <a16:colId xmlns:a16="http://schemas.microsoft.com/office/drawing/2014/main" val="1451306450"/>
                    </a:ext>
                  </a:extLst>
                </a:gridCol>
                <a:gridCol w="3488036">
                  <a:extLst>
                    <a:ext uri="{9D8B030D-6E8A-4147-A177-3AD203B41FA5}">
                      <a16:colId xmlns:a16="http://schemas.microsoft.com/office/drawing/2014/main" val="2734609672"/>
                    </a:ext>
                  </a:extLst>
                </a:gridCol>
              </a:tblGrid>
              <a:tr h="51075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cap="all" dirty="0">
                          <a:solidFill>
                            <a:schemeClr val="tx1"/>
                          </a:solidFill>
                          <a:effectLst/>
                        </a:rPr>
                        <a:t>Concept</a:t>
                      </a:r>
                    </a:p>
                  </a:txBody>
                  <a:tcPr marL="91416" marR="91416" marT="45708" marB="45708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00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cap="all" dirty="0">
                          <a:solidFill>
                            <a:schemeClr val="tx1"/>
                          </a:solidFill>
                          <a:effectLst/>
                        </a:rPr>
                        <a:t>What It Is</a:t>
                      </a:r>
                    </a:p>
                  </a:txBody>
                  <a:tcPr marL="91416" marR="91416" marT="45708" marB="45708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00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cap="all" dirty="0">
                          <a:solidFill>
                            <a:schemeClr val="tx1"/>
                          </a:solidFill>
                          <a:effectLst/>
                        </a:rPr>
                        <a:t>Workflow Encoded?</a:t>
                      </a:r>
                    </a:p>
                  </a:txBody>
                  <a:tcPr marL="91416" marR="91416" marT="45708" marB="45708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00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7645391"/>
                  </a:ext>
                </a:extLst>
              </a:tr>
              <a:tr h="7296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Plugins</a:t>
                      </a:r>
                    </a:p>
                  </a:txBody>
                  <a:tcPr marL="91416" marR="91416" marT="45708" marB="45708" anchor="ctr">
                    <a:lnL w="12700" cap="flat" cmpd="sng" algn="ctr">
                      <a:solidFill>
                        <a:srgbClr val="600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00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00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00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469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Skills + JS/Python scripts + examples + MCPs bundled together</a:t>
                      </a:r>
                    </a:p>
                  </a:txBody>
                  <a:tcPr marL="91416" marR="91416" marT="45708" marB="45708" anchor="ctr">
                    <a:lnL w="12700" cap="flat" cmpd="sng" algn="ctr">
                      <a:solidFill>
                        <a:srgbClr val="600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00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00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00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cap="non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Yes (SKILL.MD)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1416" marR="91416" marT="45708" marB="45708" anchor="ctr">
                    <a:lnL w="12700" cap="flat" cmpd="sng" algn="ctr">
                      <a:solidFill>
                        <a:srgbClr val="600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00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00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00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6646412"/>
                  </a:ext>
                </a:extLst>
              </a:tr>
              <a:tr h="7296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Agent Skills</a:t>
                      </a:r>
                    </a:p>
                  </a:txBody>
                  <a:tcPr marL="91416" marR="91416" marT="45708" marB="45708" anchor="ctr">
                    <a:lnL w="12700" cap="flat" cmpd="sng" algn="ctr">
                      <a:solidFill>
                        <a:srgbClr val="600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00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00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00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469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Prompt-based instructions on how to approach a task/workflow and best practices associated with it. </a:t>
                      </a:r>
                    </a:p>
                  </a:txBody>
                  <a:tcPr marL="91416" marR="91416" marT="45708" marB="45708" anchor="ctr">
                    <a:lnL w="12700" cap="flat" cmpd="sng" algn="ctr">
                      <a:solidFill>
                        <a:srgbClr val="600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00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00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00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cap="non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Yes — Only includes workflow instructions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1416" marR="91416" marT="45708" marB="45708" anchor="ctr">
                    <a:lnL w="12700" cap="flat" cmpd="sng" algn="ctr">
                      <a:solidFill>
                        <a:srgbClr val="600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00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00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00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3873268"/>
                  </a:ext>
                </a:extLst>
              </a:tr>
              <a:tr h="9485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MCP Apps</a:t>
                      </a:r>
                    </a:p>
                  </a:txBody>
                  <a:tcPr marL="91416" marR="91416" marT="45708" marB="45708" anchor="ctr">
                    <a:lnL w="12700" cap="flat" cmpd="sng" algn="ctr">
                      <a:solidFill>
                        <a:srgbClr val="600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00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00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00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469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Exposes tools/resources to an LLM client along with UI widgets. </a:t>
                      </a:r>
                    </a:p>
                  </a:txBody>
                  <a:tcPr marL="91416" marR="91416" marT="45708" marB="45708" anchor="ctr">
                    <a:lnL w="12700" cap="flat" cmpd="sng" algn="ctr">
                      <a:solidFill>
                        <a:srgbClr val="600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00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00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00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No — Intent-driven, as decided by the model</a:t>
                      </a:r>
                    </a:p>
                  </a:txBody>
                  <a:tcPr marL="91416" marR="91416" marT="45708" marB="45708" anchor="ctr">
                    <a:lnL w="12700" cap="flat" cmpd="sng" algn="ctr">
                      <a:solidFill>
                        <a:srgbClr val="600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00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00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00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8272881"/>
                  </a:ext>
                </a:extLst>
              </a:tr>
              <a:tr h="7296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MCP Connectors</a:t>
                      </a:r>
                    </a:p>
                  </a:txBody>
                  <a:tcPr marL="91416" marR="91416" marT="45708" marB="45708" anchor="ctr">
                    <a:lnL w="12700" cap="flat" cmpd="sng" algn="ctr">
                      <a:solidFill>
                        <a:srgbClr val="600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00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00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00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469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Exposes tools/resources to an LLM client</a:t>
                      </a:r>
                    </a:p>
                  </a:txBody>
                  <a:tcPr marL="91416" marR="91416" marT="45708" marB="45708" anchor="ctr">
                    <a:lnL w="12700" cap="flat" cmpd="sng" algn="ctr">
                      <a:solidFill>
                        <a:srgbClr val="600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00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00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00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No — 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Intent-driven, as decided by the model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1416" marR="91416" marT="45708" marB="45708" anchor="ctr">
                    <a:lnL w="12700" cap="flat" cmpd="sng" algn="ctr">
                      <a:solidFill>
                        <a:srgbClr val="600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00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00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00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36310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6571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5064E-AC17-3AE6-D8B5-26BADA8F7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DFC81-F39F-4328-98F4-1B3DD78D81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56B8470-EE9D-FF41-DEAB-6CE3361DCAD5}"/>
              </a:ext>
            </a:extLst>
          </p:cNvPr>
          <p:cNvSpPr txBox="1">
            <a:spLocks/>
          </p:cNvSpPr>
          <p:nvPr/>
        </p:nvSpPr>
        <p:spPr>
          <a:xfrm>
            <a:off x="457200" y="319596"/>
            <a:ext cx="11277600" cy="5653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400" dirty="0">
                <a:solidFill>
                  <a:srgbClr val="C00000"/>
                </a:solidFill>
                <a:ea typeface="Arial"/>
                <a:cs typeface="Arial"/>
              </a:rPr>
              <a:t>Skills are broadly portable; plugins have platform-specific nuances</a:t>
            </a:r>
          </a:p>
          <a:p>
            <a:r>
              <a:rPr lang="en-US" sz="3400" dirty="0">
                <a:solidFill>
                  <a:srgbClr val="C00000"/>
                </a:solidFill>
              </a:rPr>
              <a:t>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370AEF-7D7E-7468-CF43-5F37869E6420}"/>
              </a:ext>
            </a:extLst>
          </p:cNvPr>
          <p:cNvSpPr>
            <a:spLocks noGrp="1"/>
          </p:cNvSpPr>
          <p:nvPr/>
        </p:nvSpPr>
        <p:spPr>
          <a:xfrm>
            <a:off x="590491" y="1518813"/>
            <a:ext cx="103439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56565A"/>
                </a:solidFill>
                <a:latin typeface="Arial"/>
                <a:ea typeface="Arial"/>
                <a:cs typeface="Arial"/>
              </a:defRPr>
            </a:pPr>
            <a:r>
              <a:rPr sz="1300" b="1" i="0" dirty="0">
                <a:solidFill>
                  <a:srgbClr val="56565A"/>
                </a:solidFill>
                <a:ea typeface="Arial"/>
                <a:cs typeface="Arial"/>
              </a:rPr>
              <a:t>Platform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F1D5586-EDA8-DC8E-BF28-FDDE328DEF74}"/>
              </a:ext>
            </a:extLst>
          </p:cNvPr>
          <p:cNvSpPr>
            <a:spLocks noGrp="1"/>
          </p:cNvSpPr>
          <p:nvPr/>
        </p:nvSpPr>
        <p:spPr>
          <a:xfrm>
            <a:off x="3617155" y="1518813"/>
            <a:ext cx="1593108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56565A"/>
                </a:solidFill>
                <a:latin typeface="Arial"/>
                <a:ea typeface="Arial"/>
                <a:cs typeface="Arial"/>
              </a:defRPr>
            </a:pPr>
            <a:r>
              <a:rPr sz="1300" b="1" i="0" dirty="0">
                <a:solidFill>
                  <a:srgbClr val="56565A"/>
                </a:solidFill>
                <a:ea typeface="Arial"/>
                <a:cs typeface="Arial"/>
              </a:rPr>
              <a:t>Standalone skills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60EFAC4-2FC5-22BD-33E0-68783D0486DB}"/>
              </a:ext>
            </a:extLst>
          </p:cNvPr>
          <p:cNvSpPr>
            <a:spLocks noGrp="1"/>
          </p:cNvSpPr>
          <p:nvPr/>
        </p:nvSpPr>
        <p:spPr>
          <a:xfrm>
            <a:off x="5856291" y="1518813"/>
            <a:ext cx="1170813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56565A"/>
                </a:solidFill>
                <a:latin typeface="Arial"/>
                <a:ea typeface="Arial"/>
                <a:cs typeface="Arial"/>
              </a:defRPr>
            </a:pPr>
            <a:r>
              <a:rPr sz="1300" b="1" i="0" dirty="0">
                <a:solidFill>
                  <a:srgbClr val="56565A"/>
                </a:solidFill>
                <a:ea typeface="Arial"/>
                <a:cs typeface="Arial"/>
              </a:rPr>
              <a:t>Plugin bundle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35DDDDD-876F-805E-8E01-3BA9B0FBD22A}"/>
              </a:ext>
            </a:extLst>
          </p:cNvPr>
          <p:cNvSpPr>
            <a:spLocks noGrp="1"/>
          </p:cNvSpPr>
          <p:nvPr/>
        </p:nvSpPr>
        <p:spPr>
          <a:xfrm>
            <a:off x="8505736" y="1528338"/>
            <a:ext cx="2286059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56565A"/>
                </a:solidFill>
                <a:latin typeface="Arial"/>
                <a:ea typeface="Arial"/>
                <a:cs typeface="Arial"/>
              </a:defRPr>
            </a:pPr>
            <a:r>
              <a:rPr lang="en-US" sz="1300" b="1" i="0" dirty="0">
                <a:solidFill>
                  <a:srgbClr val="56565A"/>
                </a:solidFill>
                <a:ea typeface="Arial"/>
                <a:cs typeface="Arial"/>
              </a:rPr>
              <a:t>What is documented today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B3520A-BC8B-5EA0-01D9-B65804804BC4}"/>
              </a:ext>
            </a:extLst>
          </p:cNvPr>
          <p:cNvSpPr>
            <a:spLocks noGrp="1"/>
          </p:cNvSpPr>
          <p:nvPr/>
        </p:nvSpPr>
        <p:spPr>
          <a:xfrm>
            <a:off x="590491" y="1852188"/>
            <a:ext cx="10820400" cy="19050"/>
          </a:xfrm>
          <a:prstGeom prst="rect">
            <a:avLst/>
          </a:prstGeom>
          <a:solidFill>
            <a:srgbClr val="171717"/>
          </a:solidFill>
          <a:ln w="0">
            <a:solidFill>
              <a:srgbClr val="1717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944B752-5C89-AC64-FE4C-79A89036D6C4}"/>
              </a:ext>
            </a:extLst>
          </p:cNvPr>
          <p:cNvSpPr>
            <a:spLocks noGrp="1"/>
          </p:cNvSpPr>
          <p:nvPr/>
        </p:nvSpPr>
        <p:spPr>
          <a:xfrm>
            <a:off x="590491" y="1966488"/>
            <a:ext cx="10820400" cy="419100"/>
          </a:xfrm>
          <a:prstGeom prst="rect">
            <a:avLst/>
          </a:prstGeom>
          <a:solidFill>
            <a:srgbClr val="F5F1E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B1DE63B-AA29-5C08-FA86-50372675C9E0}"/>
              </a:ext>
            </a:extLst>
          </p:cNvPr>
          <p:cNvSpPr>
            <a:spLocks noGrp="1"/>
          </p:cNvSpPr>
          <p:nvPr/>
        </p:nvSpPr>
        <p:spPr>
          <a:xfrm>
            <a:off x="704791" y="2061738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1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71717"/>
                </a:solidFill>
                <a:ea typeface="Arial"/>
                <a:cs typeface="Arial"/>
              </a:rPr>
              <a:t>Codex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8317F4EB-99FA-8262-A023-C1BF5C725265}"/>
              </a:ext>
            </a:extLst>
          </p:cNvPr>
          <p:cNvSpPr>
            <a:spLocks noGrp="1"/>
          </p:cNvSpPr>
          <p:nvPr/>
        </p:nvSpPr>
        <p:spPr>
          <a:xfrm>
            <a:off x="3552766" y="2014113"/>
            <a:ext cx="1181100" cy="323850"/>
          </a:xfrm>
          <a:prstGeom prst="roundRect">
            <a:avLst>
              <a:gd name="adj" fmla="val 50000"/>
            </a:avLst>
          </a:prstGeom>
          <a:solidFill>
            <a:srgbClr val="E9F2EE"/>
          </a:solidFill>
          <a:ln w="0">
            <a:solidFill>
              <a:srgbClr val="E9F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4BE5BE0-267D-A34C-A207-5FA71FCCB13F}"/>
              </a:ext>
            </a:extLst>
          </p:cNvPr>
          <p:cNvSpPr>
            <a:spLocks noGrp="1"/>
          </p:cNvSpPr>
          <p:nvPr/>
        </p:nvSpPr>
        <p:spPr>
          <a:xfrm>
            <a:off x="3667066" y="2080788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2E755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E755C"/>
                </a:solidFill>
                <a:ea typeface="Arial"/>
                <a:cs typeface="Arial"/>
              </a:rPr>
              <a:t>YES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D24251CF-755C-02E8-C4F1-461668F513CB}"/>
              </a:ext>
            </a:extLst>
          </p:cNvPr>
          <p:cNvSpPr>
            <a:spLocks noGrp="1"/>
          </p:cNvSpPr>
          <p:nvPr/>
        </p:nvSpPr>
        <p:spPr>
          <a:xfrm>
            <a:off x="5638741" y="2014113"/>
            <a:ext cx="1562100" cy="323850"/>
          </a:xfrm>
          <a:prstGeom prst="roundRect">
            <a:avLst>
              <a:gd name="adj" fmla="val 50000"/>
            </a:avLst>
          </a:prstGeom>
          <a:solidFill>
            <a:srgbClr val="ECECF6"/>
          </a:solidFill>
          <a:ln w="0">
            <a:solidFill>
              <a:srgbClr val="ECE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F65D9EF-C61A-F4C8-5EDA-74CFB6673017}"/>
              </a:ext>
            </a:extLst>
          </p:cNvPr>
          <p:cNvSpPr>
            <a:spLocks noGrp="1"/>
          </p:cNvSpPr>
          <p:nvPr/>
        </p:nvSpPr>
        <p:spPr>
          <a:xfrm>
            <a:off x="5753041" y="2080788"/>
            <a:ext cx="133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4D4F9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D4F91"/>
                </a:solidFill>
                <a:ea typeface="Arial"/>
                <a:cs typeface="Arial"/>
              </a:rPr>
              <a:t>YES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B65571E-1681-6187-9E2E-CCF432B47A5A}"/>
              </a:ext>
            </a:extLst>
          </p:cNvPr>
          <p:cNvSpPr>
            <a:spLocks noGrp="1"/>
          </p:cNvSpPr>
          <p:nvPr/>
        </p:nvSpPr>
        <p:spPr>
          <a:xfrm>
            <a:off x="8000941" y="2033163"/>
            <a:ext cx="32956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017"/>
          </a:bodyPr>
          <a:lstStyle/>
          <a:p>
            <a:pPr algn="l">
              <a:lnSpc>
                <a:spcPct val="105000"/>
              </a:lnSpc>
              <a:buNone/>
              <a:defRPr sz="1125" b="0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125" b="0" i="0" dirty="0">
                <a:solidFill>
                  <a:srgbClr val="171717"/>
                </a:solidFill>
                <a:ea typeface="Arial"/>
                <a:cs typeface="Arial"/>
              </a:rPr>
              <a:t>Plugins package skills, apps, and workflow guidance.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FF9371C-9F5C-302A-F2FD-B93776D9B18E}"/>
              </a:ext>
            </a:extLst>
          </p:cNvPr>
          <p:cNvSpPr>
            <a:spLocks noGrp="1"/>
          </p:cNvSpPr>
          <p:nvPr/>
        </p:nvSpPr>
        <p:spPr>
          <a:xfrm>
            <a:off x="704791" y="2499888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1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71717"/>
                </a:solidFill>
                <a:ea typeface="Arial"/>
                <a:cs typeface="Arial"/>
              </a:rPr>
              <a:t>Claude Code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3870E175-1CCD-92D4-2C37-D3E5E18D1174}"/>
              </a:ext>
            </a:extLst>
          </p:cNvPr>
          <p:cNvSpPr>
            <a:spLocks noGrp="1"/>
          </p:cNvSpPr>
          <p:nvPr/>
        </p:nvSpPr>
        <p:spPr>
          <a:xfrm>
            <a:off x="3552766" y="2452263"/>
            <a:ext cx="1181100" cy="323850"/>
          </a:xfrm>
          <a:prstGeom prst="roundRect">
            <a:avLst>
              <a:gd name="adj" fmla="val 50000"/>
            </a:avLst>
          </a:prstGeom>
          <a:solidFill>
            <a:srgbClr val="E9F2EE"/>
          </a:solidFill>
          <a:ln w="0">
            <a:solidFill>
              <a:srgbClr val="E9F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3DF45E1-A8E1-68D0-7F8C-C71758B64527}"/>
              </a:ext>
            </a:extLst>
          </p:cNvPr>
          <p:cNvSpPr>
            <a:spLocks noGrp="1"/>
          </p:cNvSpPr>
          <p:nvPr/>
        </p:nvSpPr>
        <p:spPr>
          <a:xfrm>
            <a:off x="3667066" y="2518938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2E755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E755C"/>
                </a:solidFill>
                <a:ea typeface="Arial"/>
                <a:cs typeface="Arial"/>
              </a:rPr>
              <a:t>YES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4BE67E53-BCAA-6327-BD51-1FC35BAC9F18}"/>
              </a:ext>
            </a:extLst>
          </p:cNvPr>
          <p:cNvSpPr>
            <a:spLocks noGrp="1"/>
          </p:cNvSpPr>
          <p:nvPr/>
        </p:nvSpPr>
        <p:spPr>
          <a:xfrm>
            <a:off x="5638741" y="2452263"/>
            <a:ext cx="1562100" cy="323850"/>
          </a:xfrm>
          <a:prstGeom prst="roundRect">
            <a:avLst>
              <a:gd name="adj" fmla="val 50000"/>
            </a:avLst>
          </a:prstGeom>
          <a:solidFill>
            <a:srgbClr val="ECECF6"/>
          </a:solidFill>
          <a:ln w="0">
            <a:solidFill>
              <a:srgbClr val="ECE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037CAAB-D9AA-CD00-90E6-2D4D5F56F03D}"/>
              </a:ext>
            </a:extLst>
          </p:cNvPr>
          <p:cNvSpPr>
            <a:spLocks noGrp="1"/>
          </p:cNvSpPr>
          <p:nvPr/>
        </p:nvSpPr>
        <p:spPr>
          <a:xfrm>
            <a:off x="5753041" y="2518938"/>
            <a:ext cx="133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4D4F9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D4F91"/>
                </a:solidFill>
                <a:ea typeface="Arial"/>
                <a:cs typeface="Arial"/>
              </a:rPr>
              <a:t>YES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C0D48A3-52FF-DE99-7ECD-8F2ED9F4C946}"/>
              </a:ext>
            </a:extLst>
          </p:cNvPr>
          <p:cNvSpPr>
            <a:spLocks noGrp="1"/>
          </p:cNvSpPr>
          <p:nvPr/>
        </p:nvSpPr>
        <p:spPr>
          <a:xfrm>
            <a:off x="8000941" y="2471313"/>
            <a:ext cx="32956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803"/>
          </a:bodyPr>
          <a:lstStyle/>
          <a:p>
            <a:pPr algn="l">
              <a:lnSpc>
                <a:spcPct val="105000"/>
              </a:lnSpc>
              <a:buNone/>
              <a:defRPr sz="1125" b="0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125" b="0" i="0" dirty="0">
                <a:solidFill>
                  <a:srgbClr val="171717"/>
                </a:solidFill>
                <a:ea typeface="Arial"/>
                <a:cs typeface="Arial"/>
              </a:rPr>
              <a:t>Plugins bundle skills, agents, hooks, MCP and more.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16B0AB0-EEBE-40B5-2C58-8BCE8C46D6DA}"/>
              </a:ext>
            </a:extLst>
          </p:cNvPr>
          <p:cNvSpPr>
            <a:spLocks noGrp="1"/>
          </p:cNvSpPr>
          <p:nvPr/>
        </p:nvSpPr>
        <p:spPr>
          <a:xfrm>
            <a:off x="590491" y="2842788"/>
            <a:ext cx="10820400" cy="419100"/>
          </a:xfrm>
          <a:prstGeom prst="rect">
            <a:avLst/>
          </a:prstGeom>
          <a:solidFill>
            <a:srgbClr val="F5F1E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5F6B071-7039-F319-142A-AE1EFBCA94FF}"/>
              </a:ext>
            </a:extLst>
          </p:cNvPr>
          <p:cNvSpPr>
            <a:spLocks noGrp="1"/>
          </p:cNvSpPr>
          <p:nvPr/>
        </p:nvSpPr>
        <p:spPr>
          <a:xfrm>
            <a:off x="704791" y="2938038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1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71717"/>
                </a:solidFill>
                <a:ea typeface="Arial"/>
                <a:cs typeface="Arial"/>
              </a:rPr>
              <a:t>Cursor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69767BA2-D806-1D43-96A1-954F993EAF67}"/>
              </a:ext>
            </a:extLst>
          </p:cNvPr>
          <p:cNvSpPr>
            <a:spLocks noGrp="1"/>
          </p:cNvSpPr>
          <p:nvPr/>
        </p:nvSpPr>
        <p:spPr>
          <a:xfrm>
            <a:off x="3552766" y="2890413"/>
            <a:ext cx="1181100" cy="323850"/>
          </a:xfrm>
          <a:prstGeom prst="roundRect">
            <a:avLst>
              <a:gd name="adj" fmla="val 50000"/>
            </a:avLst>
          </a:prstGeom>
          <a:solidFill>
            <a:srgbClr val="E9F2EE"/>
          </a:solidFill>
          <a:ln w="0">
            <a:solidFill>
              <a:srgbClr val="E9F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5929321-23D6-566E-4CD8-0C9089879527}"/>
              </a:ext>
            </a:extLst>
          </p:cNvPr>
          <p:cNvSpPr>
            <a:spLocks noGrp="1"/>
          </p:cNvSpPr>
          <p:nvPr/>
        </p:nvSpPr>
        <p:spPr>
          <a:xfrm>
            <a:off x="3667066" y="2957088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2E755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E755C"/>
                </a:solidFill>
                <a:ea typeface="Arial"/>
                <a:cs typeface="Arial"/>
              </a:rPr>
              <a:t>YES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25F2034C-46E7-025F-B46C-18BB26F90415}"/>
              </a:ext>
            </a:extLst>
          </p:cNvPr>
          <p:cNvSpPr>
            <a:spLocks noGrp="1"/>
          </p:cNvSpPr>
          <p:nvPr/>
        </p:nvSpPr>
        <p:spPr>
          <a:xfrm>
            <a:off x="5638741" y="2890413"/>
            <a:ext cx="1562100" cy="323850"/>
          </a:xfrm>
          <a:prstGeom prst="roundRect">
            <a:avLst>
              <a:gd name="adj" fmla="val 50000"/>
            </a:avLst>
          </a:prstGeom>
          <a:solidFill>
            <a:srgbClr val="ECECF6"/>
          </a:solidFill>
          <a:ln w="0">
            <a:solidFill>
              <a:srgbClr val="ECE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EC97891-05E7-EE2A-259E-9A77C479B26F}"/>
              </a:ext>
            </a:extLst>
          </p:cNvPr>
          <p:cNvSpPr>
            <a:spLocks noGrp="1"/>
          </p:cNvSpPr>
          <p:nvPr/>
        </p:nvSpPr>
        <p:spPr>
          <a:xfrm>
            <a:off x="5753041" y="2957088"/>
            <a:ext cx="133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4D4F9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D4F91"/>
                </a:solidFill>
                <a:ea typeface="Arial"/>
                <a:cs typeface="Arial"/>
              </a:rPr>
              <a:t>YES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904F638-D82E-61CF-5685-43817B74BE02}"/>
              </a:ext>
            </a:extLst>
          </p:cNvPr>
          <p:cNvSpPr>
            <a:spLocks noGrp="1"/>
          </p:cNvSpPr>
          <p:nvPr/>
        </p:nvSpPr>
        <p:spPr>
          <a:xfrm>
            <a:off x="8000941" y="2909463"/>
            <a:ext cx="32956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9511" lnSpcReduction="10000"/>
          </a:bodyPr>
          <a:lstStyle/>
          <a:p>
            <a:pPr algn="l">
              <a:lnSpc>
                <a:spcPct val="105000"/>
              </a:lnSpc>
              <a:buNone/>
              <a:defRPr sz="1125" b="0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1717"/>
                </a:solidFill>
                <a:ea typeface="Arial"/>
                <a:cs typeface="Arial"/>
              </a:rPr>
              <a:t>Marketplace plugins bundle skills, subagents, MCP, hooks and rules.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D71695D-CDBB-C9E7-36A7-2F8F032B5C00}"/>
              </a:ext>
            </a:extLst>
          </p:cNvPr>
          <p:cNvSpPr>
            <a:spLocks noGrp="1"/>
          </p:cNvSpPr>
          <p:nvPr/>
        </p:nvSpPr>
        <p:spPr>
          <a:xfrm>
            <a:off x="704791" y="3376188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1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71717"/>
                </a:solidFill>
                <a:ea typeface="Arial"/>
                <a:cs typeface="Arial"/>
              </a:rPr>
              <a:t>OpenCode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AD453AB1-81A3-9DAC-6008-5FE08937B074}"/>
              </a:ext>
            </a:extLst>
          </p:cNvPr>
          <p:cNvSpPr>
            <a:spLocks noGrp="1"/>
          </p:cNvSpPr>
          <p:nvPr/>
        </p:nvSpPr>
        <p:spPr>
          <a:xfrm>
            <a:off x="3552766" y="3328563"/>
            <a:ext cx="1181100" cy="323850"/>
          </a:xfrm>
          <a:prstGeom prst="roundRect">
            <a:avLst>
              <a:gd name="adj" fmla="val 50000"/>
            </a:avLst>
          </a:prstGeom>
          <a:solidFill>
            <a:srgbClr val="E9F2EE"/>
          </a:solidFill>
          <a:ln w="0">
            <a:solidFill>
              <a:srgbClr val="E9F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99DD82B-0DFF-7428-9569-DC4D4FE7DC63}"/>
              </a:ext>
            </a:extLst>
          </p:cNvPr>
          <p:cNvSpPr>
            <a:spLocks noGrp="1"/>
          </p:cNvSpPr>
          <p:nvPr/>
        </p:nvSpPr>
        <p:spPr>
          <a:xfrm>
            <a:off x="3667066" y="3395238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2E755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E755C"/>
                </a:solidFill>
                <a:ea typeface="Arial"/>
                <a:cs typeface="Arial"/>
              </a:rPr>
              <a:t>YES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C4B9789E-1D54-DCBB-814B-DD8BFCDD8831}"/>
              </a:ext>
            </a:extLst>
          </p:cNvPr>
          <p:cNvSpPr>
            <a:spLocks noGrp="1"/>
          </p:cNvSpPr>
          <p:nvPr/>
        </p:nvSpPr>
        <p:spPr>
          <a:xfrm>
            <a:off x="5638741" y="3328563"/>
            <a:ext cx="1562100" cy="323850"/>
          </a:xfrm>
          <a:prstGeom prst="roundRect">
            <a:avLst>
              <a:gd name="adj" fmla="val 50000"/>
            </a:avLst>
          </a:prstGeom>
          <a:solidFill>
            <a:srgbClr val="ECECF6"/>
          </a:solidFill>
          <a:ln w="0">
            <a:solidFill>
              <a:srgbClr val="ECE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0948A28-E2C0-6A41-3C0C-CDD51B342F53}"/>
              </a:ext>
            </a:extLst>
          </p:cNvPr>
          <p:cNvSpPr>
            <a:spLocks noGrp="1"/>
          </p:cNvSpPr>
          <p:nvPr/>
        </p:nvSpPr>
        <p:spPr>
          <a:xfrm>
            <a:off x="5753041" y="3395238"/>
            <a:ext cx="133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4D4F9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D4F91"/>
                </a:solidFill>
                <a:ea typeface="Arial"/>
                <a:cs typeface="Arial"/>
              </a:rPr>
              <a:t>YES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167142D-D2D5-7D8B-F56F-8CB3F6EEB634}"/>
              </a:ext>
            </a:extLst>
          </p:cNvPr>
          <p:cNvSpPr>
            <a:spLocks noGrp="1"/>
          </p:cNvSpPr>
          <p:nvPr/>
        </p:nvSpPr>
        <p:spPr>
          <a:xfrm>
            <a:off x="8000941" y="3347613"/>
            <a:ext cx="32956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0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125" b="0" i="0" dirty="0">
                <a:solidFill>
                  <a:srgbClr val="171717"/>
                </a:solidFill>
                <a:ea typeface="Arial"/>
                <a:cs typeface="Arial"/>
              </a:rPr>
              <a:t>Agent Skills plus a documented plugin API.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99C2DE7-4C8A-6F17-9ED1-C944C566BEC1}"/>
              </a:ext>
            </a:extLst>
          </p:cNvPr>
          <p:cNvSpPr>
            <a:spLocks noGrp="1"/>
          </p:cNvSpPr>
          <p:nvPr/>
        </p:nvSpPr>
        <p:spPr>
          <a:xfrm>
            <a:off x="590491" y="3719088"/>
            <a:ext cx="10820400" cy="419100"/>
          </a:xfrm>
          <a:prstGeom prst="rect">
            <a:avLst/>
          </a:prstGeom>
          <a:solidFill>
            <a:srgbClr val="F5F1E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39D9039-635D-37CA-74BB-5E320A3850BB}"/>
              </a:ext>
            </a:extLst>
          </p:cNvPr>
          <p:cNvSpPr>
            <a:spLocks noGrp="1"/>
          </p:cNvSpPr>
          <p:nvPr/>
        </p:nvSpPr>
        <p:spPr>
          <a:xfrm>
            <a:off x="704791" y="3814338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1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71717"/>
                </a:solidFill>
                <a:ea typeface="Arial"/>
                <a:cs typeface="Arial"/>
              </a:rPr>
              <a:t>Gemini CLI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145CB922-3413-5D37-3978-8CDA9A5CEA3D}"/>
              </a:ext>
            </a:extLst>
          </p:cNvPr>
          <p:cNvSpPr>
            <a:spLocks noGrp="1"/>
          </p:cNvSpPr>
          <p:nvPr/>
        </p:nvSpPr>
        <p:spPr>
          <a:xfrm>
            <a:off x="3552766" y="3766713"/>
            <a:ext cx="1181100" cy="323850"/>
          </a:xfrm>
          <a:prstGeom prst="roundRect">
            <a:avLst>
              <a:gd name="adj" fmla="val 50000"/>
            </a:avLst>
          </a:prstGeom>
          <a:solidFill>
            <a:srgbClr val="E9F2EE"/>
          </a:solidFill>
          <a:ln w="0">
            <a:solidFill>
              <a:srgbClr val="E9F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EA422DD-8D00-386E-2F78-C64B39E9F36E}"/>
              </a:ext>
            </a:extLst>
          </p:cNvPr>
          <p:cNvSpPr>
            <a:spLocks noGrp="1"/>
          </p:cNvSpPr>
          <p:nvPr/>
        </p:nvSpPr>
        <p:spPr>
          <a:xfrm>
            <a:off x="3667066" y="3833388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2E755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E755C"/>
                </a:solidFill>
                <a:ea typeface="Arial"/>
                <a:cs typeface="Arial"/>
              </a:rPr>
              <a:t>YES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89B55161-E536-C577-AFDE-1DEC1BB79FE8}"/>
              </a:ext>
            </a:extLst>
          </p:cNvPr>
          <p:cNvSpPr>
            <a:spLocks noGrp="1"/>
          </p:cNvSpPr>
          <p:nvPr/>
        </p:nvSpPr>
        <p:spPr>
          <a:xfrm>
            <a:off x="5638741" y="3766713"/>
            <a:ext cx="1562100" cy="323850"/>
          </a:xfrm>
          <a:prstGeom prst="roundRect">
            <a:avLst>
              <a:gd name="adj" fmla="val 50000"/>
            </a:avLst>
          </a:prstGeom>
          <a:solidFill>
            <a:srgbClr val="ECECF6"/>
          </a:solidFill>
          <a:ln w="0">
            <a:solidFill>
              <a:srgbClr val="ECE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29E4B56-AEF0-4892-28EA-4448FB9A7000}"/>
              </a:ext>
            </a:extLst>
          </p:cNvPr>
          <p:cNvSpPr>
            <a:spLocks noGrp="1"/>
          </p:cNvSpPr>
          <p:nvPr/>
        </p:nvSpPr>
        <p:spPr>
          <a:xfrm>
            <a:off x="5753041" y="3833388"/>
            <a:ext cx="133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4D4F9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D4F91"/>
                </a:solidFill>
                <a:ea typeface="Arial"/>
                <a:cs typeface="Arial"/>
              </a:rPr>
              <a:t>EXTENSIONS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4F888E3-FA0A-096F-21C0-CFD0DED11306}"/>
              </a:ext>
            </a:extLst>
          </p:cNvPr>
          <p:cNvSpPr>
            <a:spLocks noGrp="1"/>
          </p:cNvSpPr>
          <p:nvPr/>
        </p:nvSpPr>
        <p:spPr>
          <a:xfrm>
            <a:off x="8000941" y="3785763"/>
            <a:ext cx="32956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9511" lnSpcReduction="10000"/>
          </a:bodyPr>
          <a:lstStyle/>
          <a:p>
            <a:pPr algn="l">
              <a:lnSpc>
                <a:spcPct val="105000"/>
              </a:lnSpc>
              <a:buNone/>
              <a:defRPr sz="1125" b="0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125" b="0" i="0" dirty="0">
                <a:solidFill>
                  <a:srgbClr val="171717"/>
                </a:solidFill>
                <a:ea typeface="Arial"/>
                <a:cs typeface="Arial"/>
              </a:rPr>
              <a:t>Extensions can package skills, MCP, commands, hooks and agents.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64E87D4-6D6F-3A36-8DFE-5C23FF2D67B1}"/>
              </a:ext>
            </a:extLst>
          </p:cNvPr>
          <p:cNvSpPr>
            <a:spLocks noGrp="1"/>
          </p:cNvSpPr>
          <p:nvPr/>
        </p:nvSpPr>
        <p:spPr>
          <a:xfrm>
            <a:off x="704791" y="4252488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>
              <a:defRPr sz="1275" b="1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lang="en-US" sz="1275" b="1" dirty="0">
                <a:solidFill>
                  <a:srgbClr val="171717"/>
                </a:solidFill>
                <a:ea typeface="Arial"/>
                <a:cs typeface="Arial"/>
              </a:rPr>
              <a:t>GitHub Copilot</a:t>
            </a:r>
            <a:endParaRPr sz="1275" b="1" i="0" dirty="0">
              <a:solidFill>
                <a:srgbClr val="171717"/>
              </a:solidFill>
              <a:ea typeface="Arial"/>
              <a:cs typeface="Arial"/>
            </a:endParaRP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8BBC214E-DDD8-6FEF-AF6F-D268FF3EB9AA}"/>
              </a:ext>
            </a:extLst>
          </p:cNvPr>
          <p:cNvSpPr>
            <a:spLocks noGrp="1"/>
          </p:cNvSpPr>
          <p:nvPr/>
        </p:nvSpPr>
        <p:spPr>
          <a:xfrm>
            <a:off x="3552766" y="4204863"/>
            <a:ext cx="1181100" cy="323850"/>
          </a:xfrm>
          <a:prstGeom prst="roundRect">
            <a:avLst>
              <a:gd name="adj" fmla="val 50000"/>
            </a:avLst>
          </a:prstGeom>
          <a:solidFill>
            <a:srgbClr val="E9F2EE"/>
          </a:solidFill>
          <a:ln w="0">
            <a:solidFill>
              <a:srgbClr val="E9F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C0749CA-22BA-6B2E-E551-BE2C3059BE0B}"/>
              </a:ext>
            </a:extLst>
          </p:cNvPr>
          <p:cNvSpPr>
            <a:spLocks noGrp="1"/>
          </p:cNvSpPr>
          <p:nvPr/>
        </p:nvSpPr>
        <p:spPr>
          <a:xfrm>
            <a:off x="3667066" y="4271538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2E755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E755C"/>
                </a:solidFill>
                <a:ea typeface="Arial"/>
                <a:cs typeface="Arial"/>
              </a:rPr>
              <a:t>YES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986AAFD-D13C-B7D4-7BC3-CA71B97FB521}"/>
              </a:ext>
            </a:extLst>
          </p:cNvPr>
          <p:cNvSpPr>
            <a:spLocks noGrp="1"/>
          </p:cNvSpPr>
          <p:nvPr/>
        </p:nvSpPr>
        <p:spPr>
          <a:xfrm>
            <a:off x="8000941" y="4223913"/>
            <a:ext cx="32956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9511" lnSpcReduction="10000"/>
          </a:bodyPr>
          <a:lstStyle/>
          <a:p>
            <a:pPr>
              <a:lnSpc>
                <a:spcPct val="105000"/>
              </a:lnSpc>
              <a:defRPr sz="1125" b="0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lang="en-US" sz="1125" dirty="0">
                <a:solidFill>
                  <a:srgbClr val="171717"/>
                </a:solidFill>
                <a:ea typeface="Arial"/>
                <a:cs typeface="Arial"/>
              </a:rPr>
              <a:t>Project, plugins and personal Agent Skills across Copilot surfaces.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6A4CA978-58E1-B746-5947-60802119EF47}"/>
              </a:ext>
            </a:extLst>
          </p:cNvPr>
          <p:cNvSpPr>
            <a:spLocks noGrp="1"/>
          </p:cNvSpPr>
          <p:nvPr/>
        </p:nvSpPr>
        <p:spPr>
          <a:xfrm>
            <a:off x="590491" y="4595388"/>
            <a:ext cx="10820400" cy="419100"/>
          </a:xfrm>
          <a:prstGeom prst="rect">
            <a:avLst/>
          </a:prstGeom>
          <a:solidFill>
            <a:srgbClr val="F5F1E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737EA00-10A5-FAC3-73F4-486099C227BC}"/>
              </a:ext>
            </a:extLst>
          </p:cNvPr>
          <p:cNvSpPr>
            <a:spLocks noGrp="1"/>
          </p:cNvSpPr>
          <p:nvPr/>
        </p:nvSpPr>
        <p:spPr>
          <a:xfrm>
            <a:off x="704791" y="4690638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1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71717"/>
                </a:solidFill>
                <a:ea typeface="Arial"/>
                <a:cs typeface="Arial"/>
              </a:rPr>
              <a:t>Antigravity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BA87619D-63F2-9E86-C3E3-013F8DF5F2C1}"/>
              </a:ext>
            </a:extLst>
          </p:cNvPr>
          <p:cNvSpPr>
            <a:spLocks noGrp="1"/>
          </p:cNvSpPr>
          <p:nvPr/>
        </p:nvSpPr>
        <p:spPr>
          <a:xfrm>
            <a:off x="3552766" y="4643013"/>
            <a:ext cx="1181100" cy="323850"/>
          </a:xfrm>
          <a:prstGeom prst="roundRect">
            <a:avLst>
              <a:gd name="adj" fmla="val 50000"/>
            </a:avLst>
          </a:prstGeom>
          <a:solidFill>
            <a:srgbClr val="E9F2EE"/>
          </a:solidFill>
          <a:ln w="0">
            <a:solidFill>
              <a:srgbClr val="E9F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662D55D9-56C2-4DBD-901F-C92384F86730}"/>
              </a:ext>
            </a:extLst>
          </p:cNvPr>
          <p:cNvSpPr>
            <a:spLocks noGrp="1"/>
          </p:cNvSpPr>
          <p:nvPr/>
        </p:nvSpPr>
        <p:spPr>
          <a:xfrm>
            <a:off x="3667066" y="4709688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2E755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E755C"/>
                </a:solidFill>
                <a:ea typeface="Arial"/>
                <a:cs typeface="Arial"/>
              </a:rPr>
              <a:t>YES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FD358F8-5D6D-9872-69E7-FDAC733C891F}"/>
              </a:ext>
            </a:extLst>
          </p:cNvPr>
          <p:cNvSpPr>
            <a:spLocks noGrp="1"/>
          </p:cNvSpPr>
          <p:nvPr/>
        </p:nvSpPr>
        <p:spPr>
          <a:xfrm>
            <a:off x="8000941" y="4662063"/>
            <a:ext cx="32956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7011"/>
          </a:bodyPr>
          <a:lstStyle/>
          <a:p>
            <a:pPr>
              <a:lnSpc>
                <a:spcPct val="105000"/>
              </a:lnSpc>
              <a:defRPr sz="1125" b="0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lang="en-US" sz="1125" dirty="0">
                <a:solidFill>
                  <a:srgbClr val="171717"/>
                </a:solidFill>
                <a:ea typeface="Arial"/>
                <a:cs typeface="Arial"/>
              </a:rPr>
              <a:t>Plugins bundle skills, agents, hooks, MCP and more.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8F369732-3792-C32F-B2EC-3E0328366663}"/>
              </a:ext>
            </a:extLst>
          </p:cNvPr>
          <p:cNvSpPr>
            <a:spLocks noGrp="1"/>
          </p:cNvSpPr>
          <p:nvPr/>
        </p:nvSpPr>
        <p:spPr>
          <a:xfrm>
            <a:off x="704791" y="5128788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1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lang="en-US" sz="1275" b="1" i="0" dirty="0">
                <a:solidFill>
                  <a:srgbClr val="171717"/>
                </a:solidFill>
                <a:ea typeface="Arial"/>
                <a:cs typeface="Arial"/>
              </a:rPr>
              <a:t>Devin</a:t>
            </a: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64A40FE5-662D-B14C-1761-D6DFCC607127}"/>
              </a:ext>
            </a:extLst>
          </p:cNvPr>
          <p:cNvSpPr>
            <a:spLocks noGrp="1"/>
          </p:cNvSpPr>
          <p:nvPr/>
        </p:nvSpPr>
        <p:spPr>
          <a:xfrm>
            <a:off x="3552766" y="5081163"/>
            <a:ext cx="1181100" cy="323850"/>
          </a:xfrm>
          <a:prstGeom prst="roundRect">
            <a:avLst>
              <a:gd name="adj" fmla="val 50000"/>
            </a:avLst>
          </a:prstGeom>
          <a:solidFill>
            <a:srgbClr val="E9F2EE"/>
          </a:solidFill>
          <a:ln w="0">
            <a:solidFill>
              <a:srgbClr val="E9F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116DC06-5C05-BC62-3B75-4B6F4C8DCA56}"/>
              </a:ext>
            </a:extLst>
          </p:cNvPr>
          <p:cNvSpPr>
            <a:spLocks noGrp="1"/>
          </p:cNvSpPr>
          <p:nvPr/>
        </p:nvSpPr>
        <p:spPr>
          <a:xfrm>
            <a:off x="3667066" y="5147838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2E755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E755C"/>
                </a:solidFill>
                <a:ea typeface="Arial"/>
                <a:cs typeface="Arial"/>
              </a:rPr>
              <a:t>YES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40C696B7-DF63-77F6-5B2F-16B2CBE01311}"/>
              </a:ext>
            </a:extLst>
          </p:cNvPr>
          <p:cNvSpPr>
            <a:spLocks noGrp="1"/>
          </p:cNvSpPr>
          <p:nvPr/>
        </p:nvSpPr>
        <p:spPr>
          <a:xfrm>
            <a:off x="8000941" y="5100213"/>
            <a:ext cx="32956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9903" lnSpcReduction="10000"/>
          </a:bodyPr>
          <a:lstStyle/>
          <a:p>
            <a:pPr>
              <a:lnSpc>
                <a:spcPct val="105000"/>
              </a:lnSpc>
              <a:defRPr sz="1125" b="0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lang="en-US" sz="1125" dirty="0">
                <a:solidFill>
                  <a:srgbClr val="171717"/>
                </a:solidFill>
                <a:ea typeface="Arial"/>
                <a:cs typeface="Arial"/>
              </a:rPr>
              <a:t>Repository SKILL.md support; with plugins capabilities added recently. 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63B42C9-DC8A-0F4C-56C1-2B7DE3A5340B}"/>
              </a:ext>
            </a:extLst>
          </p:cNvPr>
          <p:cNvSpPr txBox="1"/>
          <p:nvPr/>
        </p:nvSpPr>
        <p:spPr>
          <a:xfrm>
            <a:off x="201168" y="196596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28600" indent="-228600">
              <a:lnSpc>
                <a:spcPct val="100000"/>
              </a:lnSpc>
              <a:spcBef>
                <a:spcPts val="1200"/>
              </a:spcBef>
              <a:buSzPct val="100000"/>
              <a:buFont typeface="Wells Fargo Sans"/>
              <a:buChar char="•"/>
            </a:pPr>
            <a:endParaRPr lang="en-US" sz="1800" dirty="0"/>
          </a:p>
        </p:txBody>
      </p: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11D589A6-A1A7-F2E0-7D11-3444B9714821}"/>
              </a:ext>
            </a:extLst>
          </p:cNvPr>
          <p:cNvSpPr>
            <a:spLocks noGrp="1"/>
          </p:cNvSpPr>
          <p:nvPr/>
        </p:nvSpPr>
        <p:spPr>
          <a:xfrm>
            <a:off x="5638741" y="4203837"/>
            <a:ext cx="1562100" cy="323850"/>
          </a:xfrm>
          <a:prstGeom prst="roundRect">
            <a:avLst>
              <a:gd name="adj" fmla="val 50000"/>
            </a:avLst>
          </a:prstGeom>
          <a:solidFill>
            <a:srgbClr val="ECECF6"/>
          </a:solidFill>
          <a:ln w="0">
            <a:solidFill>
              <a:srgbClr val="ECE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F7136FDB-8D20-797F-5182-842E34960D9B}"/>
              </a:ext>
            </a:extLst>
          </p:cNvPr>
          <p:cNvSpPr>
            <a:spLocks noGrp="1"/>
          </p:cNvSpPr>
          <p:nvPr/>
        </p:nvSpPr>
        <p:spPr>
          <a:xfrm>
            <a:off x="5753041" y="4270512"/>
            <a:ext cx="133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4D4F9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D4F91"/>
                </a:solidFill>
                <a:ea typeface="Arial"/>
                <a:cs typeface="Arial"/>
              </a:rPr>
              <a:t>YES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BAAB953-FB8C-D5CB-1877-7E2C1CBB7C37}"/>
              </a:ext>
            </a:extLst>
          </p:cNvPr>
          <p:cNvSpPr txBox="1"/>
          <p:nvPr/>
        </p:nvSpPr>
        <p:spPr>
          <a:xfrm>
            <a:off x="8339328" y="5221224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28600" indent="-228600">
              <a:lnSpc>
                <a:spcPct val="100000"/>
              </a:lnSpc>
              <a:spcBef>
                <a:spcPts val="1200"/>
              </a:spcBef>
              <a:buSzPct val="100000"/>
              <a:buFont typeface="Wells Fargo Sans"/>
              <a:buChar char="•"/>
            </a:pPr>
            <a:endParaRPr lang="en-US" sz="1800" dirty="0"/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442BE4A4-57B4-262A-888E-FF58A0311705}"/>
              </a:ext>
            </a:extLst>
          </p:cNvPr>
          <p:cNvSpPr>
            <a:spLocks noGrp="1"/>
          </p:cNvSpPr>
          <p:nvPr/>
        </p:nvSpPr>
        <p:spPr>
          <a:xfrm>
            <a:off x="5629538" y="4651893"/>
            <a:ext cx="1562100" cy="323850"/>
          </a:xfrm>
          <a:prstGeom prst="roundRect">
            <a:avLst>
              <a:gd name="adj" fmla="val 50000"/>
            </a:avLst>
          </a:prstGeom>
          <a:solidFill>
            <a:srgbClr val="ECECF6"/>
          </a:solidFill>
          <a:ln w="0">
            <a:solidFill>
              <a:srgbClr val="ECE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43321210-1D3C-774E-945A-C41D4D36D075}"/>
              </a:ext>
            </a:extLst>
          </p:cNvPr>
          <p:cNvSpPr>
            <a:spLocks noGrp="1"/>
          </p:cNvSpPr>
          <p:nvPr/>
        </p:nvSpPr>
        <p:spPr>
          <a:xfrm>
            <a:off x="5743838" y="4718568"/>
            <a:ext cx="133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4D4F9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D4F91"/>
                </a:solidFill>
                <a:ea typeface="Arial"/>
                <a:cs typeface="Arial"/>
              </a:rPr>
              <a:t>YES</a:t>
            </a:r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76DA48DC-21F9-B326-12F3-9CF670420EA8}"/>
              </a:ext>
            </a:extLst>
          </p:cNvPr>
          <p:cNvSpPr>
            <a:spLocks noGrp="1"/>
          </p:cNvSpPr>
          <p:nvPr/>
        </p:nvSpPr>
        <p:spPr>
          <a:xfrm>
            <a:off x="5629538" y="5110881"/>
            <a:ext cx="1562100" cy="323850"/>
          </a:xfrm>
          <a:prstGeom prst="roundRect">
            <a:avLst>
              <a:gd name="adj" fmla="val 50000"/>
            </a:avLst>
          </a:prstGeom>
          <a:solidFill>
            <a:srgbClr val="ECECF6"/>
          </a:solidFill>
          <a:ln w="0">
            <a:solidFill>
              <a:srgbClr val="ECE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C5AE5201-72B6-32A3-3D7C-2A66BE669444}"/>
              </a:ext>
            </a:extLst>
          </p:cNvPr>
          <p:cNvSpPr>
            <a:spLocks noGrp="1"/>
          </p:cNvSpPr>
          <p:nvPr/>
        </p:nvSpPr>
        <p:spPr>
          <a:xfrm>
            <a:off x="5743838" y="5177556"/>
            <a:ext cx="133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4D4F9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D4F91"/>
                </a:solidFill>
                <a:ea typeface="Arial"/>
                <a:cs typeface="Arial"/>
              </a:rPr>
              <a:t>YES</a:t>
            </a:r>
          </a:p>
        </p:txBody>
      </p:sp>
    </p:spTree>
    <p:extLst>
      <p:ext uri="{BB962C8B-B14F-4D97-AF65-F5344CB8AC3E}">
        <p14:creationId xmlns:p14="http://schemas.microsoft.com/office/powerpoint/2010/main" val="3660146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0A6C2-B19C-ACA0-8B6E-4C2991D9B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DC0E5594-E9C5-AA0F-9A66-51E658905C16}"/>
              </a:ext>
            </a:extLst>
          </p:cNvPr>
          <p:cNvSpPr txBox="1">
            <a:spLocks/>
          </p:cNvSpPr>
          <p:nvPr/>
        </p:nvSpPr>
        <p:spPr>
          <a:xfrm>
            <a:off x="457200" y="319596"/>
            <a:ext cx="11277600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700" dirty="0">
                <a:solidFill>
                  <a:srgbClr val="C00000"/>
                </a:solidFill>
              </a:rPr>
              <a:t>Horizon Bank Design Plugin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C57BCE0-E740-284D-7ACC-6F965E5E87D8}"/>
              </a:ext>
            </a:extLst>
          </p:cNvPr>
          <p:cNvSpPr txBox="1"/>
          <p:nvPr/>
        </p:nvSpPr>
        <p:spPr>
          <a:xfrm>
            <a:off x="373380" y="1124268"/>
            <a:ext cx="5551932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b="1" dirty="0">
                <a:solidFill>
                  <a:srgbClr val="C00000"/>
                </a:solidFill>
              </a:rPr>
              <a:t>Build Horizon UI</a:t>
            </a:r>
            <a:r>
              <a:rPr lang="en-US" dirty="0">
                <a:solidFill>
                  <a:srgbClr val="C00000"/>
                </a:solidFill>
              </a:rPr>
              <a:t> </a:t>
            </a:r>
            <a:br>
              <a:rPr lang="en-US" dirty="0"/>
            </a:br>
            <a:r>
              <a:rPr lang="en-US" dirty="0"/>
              <a:t>Designs and implements responsive banking flows, components, content, and states using Horizon tokens, typography, logos, icons and photography.</a:t>
            </a:r>
            <a:br>
              <a:rPr lang="en-US" dirty="0"/>
            </a:br>
            <a:endParaRPr lang="en-US" dirty="0">
              <a:solidFill>
                <a:srgbClr val="C00000"/>
              </a:solidFill>
            </a:endParaRPr>
          </a:p>
          <a:p>
            <a:pPr lvl="0"/>
            <a:r>
              <a:rPr lang="en-US" b="1" dirty="0">
                <a:solidFill>
                  <a:srgbClr val="C00000"/>
                </a:solidFill>
              </a:rPr>
              <a:t>Generate Mockups</a:t>
            </a:r>
            <a:r>
              <a:rPr lang="en-US" dirty="0">
                <a:solidFill>
                  <a:srgbClr val="C00000"/>
                </a:solidFill>
              </a:rPr>
              <a:t> </a:t>
            </a:r>
            <a:br>
              <a:rPr lang="en-US" dirty="0"/>
            </a:br>
            <a:r>
              <a:rPr lang="en-US" dirty="0"/>
              <a:t>Creates low or high-fidelity concept screens, wireframes, journey storyboards, and responsive desktop/mobile visual explorations. </a:t>
            </a:r>
            <a:br>
              <a:rPr lang="en-US" dirty="0"/>
            </a:br>
            <a:endParaRPr lang="en-US" dirty="0"/>
          </a:p>
          <a:p>
            <a:pPr lvl="0"/>
            <a:r>
              <a:rPr lang="en-US" b="1" dirty="0">
                <a:solidFill>
                  <a:srgbClr val="C00000"/>
                </a:solidFill>
              </a:rPr>
              <a:t>Generate Assets</a:t>
            </a:r>
            <a:r>
              <a:rPr lang="en-US" dirty="0">
                <a:solidFill>
                  <a:srgbClr val="C00000"/>
                </a:solidFill>
              </a:rPr>
              <a:t> </a:t>
            </a:r>
            <a:br>
              <a:rPr lang="en-US" dirty="0"/>
            </a:br>
            <a:r>
              <a:rPr lang="en-US" dirty="0"/>
              <a:t>Produces aligned hero imagery, lifestyle photography, image edits, transparent cutouts, and SVG icons. </a:t>
            </a:r>
            <a:br>
              <a:rPr lang="en-US" dirty="0"/>
            </a:br>
            <a:endParaRPr lang="en-US" dirty="0">
              <a:solidFill>
                <a:srgbClr val="C00000"/>
              </a:solidFill>
            </a:endParaRPr>
          </a:p>
          <a:p>
            <a:pPr lvl="0"/>
            <a:r>
              <a:rPr lang="en-US" b="1" dirty="0">
                <a:solidFill>
                  <a:srgbClr val="C00000"/>
                </a:solidFill>
              </a:rPr>
              <a:t>Audit Horizon UI</a:t>
            </a:r>
            <a:r>
              <a:rPr lang="en-US" dirty="0">
                <a:solidFill>
                  <a:srgbClr val="C00000"/>
                </a:solidFill>
              </a:rPr>
              <a:t> </a:t>
            </a:r>
            <a:br>
              <a:rPr lang="en-US" dirty="0"/>
            </a:br>
            <a:r>
              <a:rPr lang="en-US" dirty="0"/>
              <a:t>Reviews screenshots, prototypes, and web source for brand alignment, financial UX safety, responsive behavior, and component consistency.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228B7B5-1ADB-DB43-8B40-BBA49ACDB402}"/>
              </a:ext>
            </a:extLst>
          </p:cNvPr>
          <p:cNvSpPr txBox="1"/>
          <p:nvPr/>
        </p:nvSpPr>
        <p:spPr>
          <a:xfrm>
            <a:off x="6336792" y="3940423"/>
            <a:ext cx="5481827" cy="244682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500" b="1" dirty="0"/>
              <a:t>Included Assets</a:t>
            </a:r>
            <a:endParaRPr lang="en-US" sz="2500" dirty="0"/>
          </a:p>
          <a:p>
            <a:pPr marL="342900" lvl="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Design system + CSS tokens + component preview </a:t>
            </a:r>
          </a:p>
          <a:p>
            <a:pPr marL="342900" lvl="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Horizon Sans font family</a:t>
            </a:r>
          </a:p>
          <a:p>
            <a:pPr marL="342900" lvl="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60 reusable icons + 7 lifestyle images </a:t>
            </a:r>
          </a:p>
          <a:p>
            <a:pPr marL="342900" lvl="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Responsive design visual references</a:t>
            </a:r>
          </a:p>
          <a:p>
            <a:pPr marL="342900" lvl="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Automated web UI quality-check scripts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67797E5-304C-B11D-17C2-10366EE4DCB7}"/>
              </a:ext>
            </a:extLst>
          </p:cNvPr>
          <p:cNvSpPr txBox="1"/>
          <p:nvPr/>
        </p:nvSpPr>
        <p:spPr>
          <a:xfrm>
            <a:off x="6336792" y="1396027"/>
            <a:ext cx="548182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500" b="1" dirty="0">
                <a:solidFill>
                  <a:srgbClr val="C00000"/>
                </a:solidFill>
              </a:rPr>
              <a:t>Mock, generate, iterate, and audit </a:t>
            </a:r>
            <a:r>
              <a:rPr lang="en-US" sz="3500" dirty="0">
                <a:solidFill>
                  <a:srgbClr val="C00000"/>
                </a:solidFill>
              </a:rPr>
              <a:t>Horizon Bank experiences at every stage of prototyping.</a:t>
            </a:r>
          </a:p>
        </p:txBody>
      </p:sp>
    </p:spTree>
    <p:extLst>
      <p:ext uri="{BB962C8B-B14F-4D97-AF65-F5344CB8AC3E}">
        <p14:creationId xmlns:p14="http://schemas.microsoft.com/office/powerpoint/2010/main" val="3141682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49F0D-6D5F-5F8D-8ED8-F2F3744CB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56CC616B-642C-2183-7397-5D2E8F0ED5B1}"/>
              </a:ext>
            </a:extLst>
          </p:cNvPr>
          <p:cNvSpPr txBox="1">
            <a:spLocks/>
          </p:cNvSpPr>
          <p:nvPr/>
        </p:nvSpPr>
        <p:spPr>
          <a:xfrm>
            <a:off x="457200" y="319596"/>
            <a:ext cx="11277600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700" dirty="0">
                <a:solidFill>
                  <a:srgbClr val="C00000"/>
                </a:solidFill>
              </a:rPr>
              <a:t>Horizon Bank Synthetic Data Plugin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D3DA8E9-24DE-A196-821C-7C51657FE347}"/>
              </a:ext>
            </a:extLst>
          </p:cNvPr>
          <p:cNvSpPr txBox="1"/>
          <p:nvPr/>
        </p:nvSpPr>
        <p:spPr>
          <a:xfrm>
            <a:off x="368810" y="1167970"/>
            <a:ext cx="5593078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000" b="1" dirty="0">
                <a:solidFill>
                  <a:srgbClr val="C00000"/>
                </a:solidFill>
              </a:rPr>
              <a:t>Plan Synthetic Data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br>
              <a:rPr lang="en-US" sz="2000" dirty="0"/>
            </a:br>
            <a:r>
              <a:rPr lang="en-US" sz="2000" dirty="0"/>
              <a:t>Helps define the smallest complete dataset for an experience: customer archetypes, journey, scenario date, scale, data contract, output format, edge cases, and acceptance tests. </a:t>
            </a:r>
          </a:p>
          <a:p>
            <a:pPr lvl="0"/>
            <a:endParaRPr lang="en-US" sz="2000" dirty="0">
              <a:solidFill>
                <a:srgbClr val="C00000"/>
              </a:solidFill>
            </a:endParaRPr>
          </a:p>
          <a:p>
            <a:pPr lvl="0"/>
            <a:r>
              <a:rPr lang="en-US" sz="2000" b="1" dirty="0">
                <a:solidFill>
                  <a:srgbClr val="C00000"/>
                </a:solidFill>
              </a:rPr>
              <a:t>Generate Synthetic Data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br>
              <a:rPr lang="en-US" sz="2000" dirty="0"/>
            </a:br>
            <a:r>
              <a:rPr lang="en-US" sz="2000" dirty="0"/>
              <a:t>Creates deterministic customer and financial records from a configurable Horizon data model, which is then adapted for an experience. </a:t>
            </a:r>
          </a:p>
          <a:p>
            <a:pPr lvl="0"/>
            <a:endParaRPr lang="en-US" sz="2000" dirty="0">
              <a:solidFill>
                <a:srgbClr val="C00000"/>
              </a:solidFill>
            </a:endParaRPr>
          </a:p>
          <a:p>
            <a:pPr lvl="0"/>
            <a:r>
              <a:rPr lang="en-US" sz="2000" b="1" dirty="0">
                <a:solidFill>
                  <a:srgbClr val="C00000"/>
                </a:solidFill>
              </a:rPr>
              <a:t>Validate Synthetic Data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br>
              <a:rPr lang="en-US" sz="2000" dirty="0"/>
            </a:br>
            <a:r>
              <a:rPr lang="en-US" sz="2000" dirty="0"/>
              <a:t>Audits generated or imported fixtures for privacy, relationships, financial arithmetic, dates, exports, and reproducibility.</a:t>
            </a:r>
          </a:p>
          <a:p>
            <a:pPr lvl="0"/>
            <a:endParaRPr lang="en-US" sz="20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C7D77A1-25DA-949F-F4CA-898BEDBDD9CE}"/>
              </a:ext>
            </a:extLst>
          </p:cNvPr>
          <p:cNvSpPr txBox="1"/>
          <p:nvPr/>
        </p:nvSpPr>
        <p:spPr>
          <a:xfrm>
            <a:off x="6248400" y="3891526"/>
            <a:ext cx="5574789" cy="236988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500" b="1" dirty="0"/>
              <a:t>Included Assets</a:t>
            </a:r>
            <a:endParaRPr lang="en-US" sz="2500" dirty="0"/>
          </a:p>
          <a:p>
            <a:pPr marL="342900" lvl="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Nine configurable customer archetypes + life-event overlays </a:t>
            </a:r>
          </a:p>
          <a:p>
            <a:pPr marL="342900" lvl="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JSON, JSONL, CSV, SQLite, MongoDB, and REST API fixtures </a:t>
            </a:r>
          </a:p>
          <a:p>
            <a:pPr marL="342900" lvl="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Configuration schema and starter dataset presets </a:t>
            </a:r>
          </a:p>
          <a:p>
            <a:pPr marL="342900" lvl="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Data generation and validation scripts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F62F5F-8B52-B159-41D6-592D08ED7230}"/>
              </a:ext>
            </a:extLst>
          </p:cNvPr>
          <p:cNvSpPr txBox="1"/>
          <p:nvPr/>
        </p:nvSpPr>
        <p:spPr>
          <a:xfrm>
            <a:off x="6211826" y="1314729"/>
            <a:ext cx="561136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500" b="1" dirty="0">
                <a:solidFill>
                  <a:srgbClr val="C00000"/>
                </a:solidFill>
              </a:rPr>
              <a:t>Plan, generate, adapt, serve, and validate </a:t>
            </a:r>
            <a:r>
              <a:rPr lang="en-US" sz="3500" dirty="0">
                <a:solidFill>
                  <a:srgbClr val="C00000"/>
                </a:solidFill>
              </a:rPr>
              <a:t>synthetic banking data for Horizon Bank prototypes.</a:t>
            </a:r>
          </a:p>
        </p:txBody>
      </p:sp>
    </p:spTree>
    <p:extLst>
      <p:ext uri="{BB962C8B-B14F-4D97-AF65-F5344CB8AC3E}">
        <p14:creationId xmlns:p14="http://schemas.microsoft.com/office/powerpoint/2010/main" val="1200511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Wells Fargo 2023">
  <a:themeElements>
    <a:clrScheme name="Wells Fargo 2020 Colors">
      <a:dk1>
        <a:srgbClr val="141414"/>
      </a:dk1>
      <a:lt1>
        <a:srgbClr val="FFFFFF"/>
      </a:lt1>
      <a:dk2>
        <a:srgbClr val="D71E28"/>
      </a:dk2>
      <a:lt2>
        <a:srgbClr val="F4F0ED"/>
      </a:lt2>
      <a:accent1>
        <a:srgbClr val="D73F26"/>
      </a:accent1>
      <a:accent2>
        <a:srgbClr val="AA1E87"/>
      </a:accent2>
      <a:accent3>
        <a:srgbClr val="EB691E"/>
      </a:accent3>
      <a:accent4>
        <a:srgbClr val="5A469B"/>
      </a:accent4>
      <a:accent5>
        <a:srgbClr val="C83255"/>
      </a:accent5>
      <a:accent6>
        <a:srgbClr val="823291"/>
      </a:accent6>
      <a:hlink>
        <a:srgbClr val="5A469B"/>
      </a:hlink>
      <a:folHlink>
        <a:srgbClr val="5A469B"/>
      </a:folHlink>
    </a:clrScheme>
    <a:fontScheme name="Wells Fargo 2020 Fonts">
      <a:majorFont>
        <a:latin typeface="Wells Fargo Sans Display" panose="020B0503020203020204" pitchFamily="34" charset="0"/>
        <a:ea typeface=""/>
        <a:cs typeface=""/>
      </a:majorFont>
      <a:minorFont>
        <a:latin typeface="Wells Fargo Sans" panose="020B0503020203020204" pitchFamily="34" charset="0"/>
        <a:ea typeface=""/>
        <a:cs typeface=""/>
      </a:minorFont>
    </a:fontScheme>
    <a:fmtScheme name="Wells Fargo 2020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</a:ln>
      </a:spPr>
      <a:bodyPr/>
      <a:lstStyle>
        <a:defPPr algn="ctr">
          <a:lnSpc>
            <a:spcPct val="100000"/>
          </a:lnSpc>
          <a:defRPr sz="1800"/>
        </a:defPPr>
      </a:lstStyle>
      <a:style>
        <a:lnRef idx="0">
          <a:srgbClr val="787070"/>
        </a:lnRef>
        <a:fillRef idx="1">
          <a:schemeClr val="accent1"/>
        </a:fillRef>
        <a:effectRef idx="0">
          <a:schemeClr val="dk1"/>
        </a:effectRef>
        <a:fontRef idx="minor">
          <a:schemeClr val="lt1"/>
        </a:fontRef>
      </a:style>
    </a:spDef>
    <a:lnDef>
      <a:spPr>
        <a:ln w="12700" cap="sq"/>
      </a:spPr>
      <a:bodyPr/>
      <a:lstStyle/>
      <a:style>
        <a:lnRef idx="1">
          <a:srgbClr val="787070"/>
        </a:lnRef>
        <a:fillRef idx="0">
          <a:schemeClr val="accent1"/>
        </a:fillRef>
        <a:effectRef idx="0">
          <a:schemeClr val="dk1"/>
        </a:effectRef>
        <a:fontRef idx="minor">
          <a:schemeClr val="lt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228600" indent="-228600">
          <a:lnSpc>
            <a:spcPct val="100000"/>
          </a:lnSpc>
          <a:spcBef>
            <a:spcPts val="1200"/>
          </a:spcBef>
          <a:buSzPct val="100000"/>
          <a:buFont typeface="Wells Fargo Sans"/>
          <a:buChar char="•"/>
          <a:defRPr sz="1800"/>
        </a:defPPr>
      </a:lstStyle>
    </a:txDef>
  </a:objectDefaults>
  <a:extraClrSchemeLst/>
  <a:custClrLst>
    <a:custClr name="Red">
      <a:srgbClr val="D71E28"/>
    </a:custClr>
    <a:custClr name="Yellow">
      <a:srgbClr val="FFD100"/>
    </a:custClr>
    <a:custClr name="Yellow Tint 1">
      <a:srgbClr val="FFDF4C"/>
    </a:custClr>
    <a:custClr name="Yellow Tint 2">
      <a:srgbClr val="FFE87F"/>
    </a:custClr>
    <a:custClr name="Yellow Tint 3">
      <a:srgbClr val="FFF1B2"/>
    </a:custClr>
    <a:custClr name="Yellow Tint 4">
      <a:srgbClr val="FFF8D9"/>
    </a:custClr>
    <a:custClr name="Gray 1">
      <a:srgbClr val="3B3331"/>
    </a:custClr>
    <a:custClr name="Gray 2">
      <a:srgbClr val="787070"/>
    </a:custClr>
    <a:custClr name="Gray 3">
      <a:srgbClr val="B5ADAD"/>
    </a:custClr>
    <a:custClr name="Gray 4">
      <a:srgbClr val="F4F0ED"/>
    </a:custClr>
    <a:custClr name="Coral Dark 2">
      <a:srgbClr val="87190A"/>
    </a:custClr>
    <a:custClr name="Coral Dark 1">
      <a:srgbClr val="B42D19"/>
    </a:custClr>
    <a:custClr name="Coral">
      <a:srgbClr val="D73F26"/>
    </a:custClr>
    <a:custClr name="Coral Light 1">
      <a:srgbClr val="FF755E"/>
    </a:custClr>
    <a:custClr name="Coral Light 2">
      <a:srgbClr val="FFB1A6"/>
    </a:custClr>
    <a:custClr name="Purple Dark 2">
      <a:srgbClr val="640A4B"/>
    </a:custClr>
    <a:custClr name="Purple Dark 1">
      <a:srgbClr val="871469"/>
    </a:custClr>
    <a:custClr name="Purple">
      <a:srgbClr val="AA1E87"/>
    </a:custClr>
    <a:custClr name="Purple Light 1">
      <a:srgbClr val="D169B8"/>
    </a:custClr>
    <a:custClr name="Purple Light 2">
      <a:srgbClr val="F2A5DC"/>
    </a:custClr>
    <a:custClr name="Orange Dark 2">
      <a:srgbClr val="873100"/>
    </a:custClr>
    <a:custClr name="Orange Dark 1">
      <a:srgbClr val="A93E00"/>
    </a:custClr>
    <a:custClr name="Orange">
      <a:srgbClr val="EB691E"/>
    </a:custClr>
    <a:custClr name="Orange Light 1">
      <a:srgbClr val="FF9657"/>
    </a:custClr>
    <a:custClr name="Orange Light 2">
      <a:srgbClr val="FFC5A3"/>
    </a:custClr>
    <a:custClr name="Indigo Dark 2">
      <a:srgbClr val="352B6B"/>
    </a:custClr>
    <a:custClr name="Indigo Dark 1">
      <a:srgbClr val="463782"/>
    </a:custClr>
    <a:custClr name="Indigo">
      <a:srgbClr val="5A469B"/>
    </a:custClr>
    <a:custClr name="Indigo Light 1">
      <a:srgbClr val="9A89D9"/>
    </a:custClr>
    <a:custClr name="Indigo Light 2">
      <a:srgbClr val="BFB3F2"/>
    </a:custClr>
    <a:custClr name="Pink Dark 2">
      <a:srgbClr val="6E142D"/>
    </a:custClr>
    <a:custClr name="Pink Dark 1">
      <a:srgbClr val="9B2341"/>
    </a:custClr>
    <a:custClr name="Pink">
      <a:srgbClr val="C83255"/>
    </a:custClr>
    <a:custClr name="Pink Light 1">
      <a:srgbClr val="F26D91"/>
    </a:custClr>
    <a:custClr name="Pink Light 2">
      <a:srgbClr val="FFA6BE"/>
    </a:custClr>
    <a:custClr name="Violet Dark 2">
      <a:srgbClr val="5A1E64"/>
    </a:custClr>
    <a:custClr name="Violet Dark 1">
      <a:srgbClr val="64287D"/>
    </a:custClr>
    <a:custClr name="Violet">
      <a:srgbClr val="823291"/>
    </a:custClr>
    <a:custClr name="Violet Light 1">
      <a:srgbClr val="BB70CC"/>
    </a:custClr>
    <a:custClr name="Violet Light 2">
      <a:srgbClr val="E5A2F2"/>
    </a:custClr>
    <a:custClr name="Indicator Green">
      <a:srgbClr val="178757"/>
    </a:custClr>
  </a:custClrLst>
  <a:extLst>
    <a:ext uri="{05A4C25C-085E-4340-85A3-A5531E510DB2}">
      <thm15:themeFamily xmlns:thm15="http://schemas.microsoft.com/office/thememl/2012/main" name="WF_PowerPoint_16x9_0424_a11y.pptx" id="{5FC1AFA6-1E8A-6845-81C2-456BE5BFCC94}" vid="{D87739C2-4BE8-E541-8077-ADB231F86138}"/>
    </a:ext>
  </a:extLst>
</a:theme>
</file>

<file path=ppt/theme/theme2.xml><?xml version="1.0" encoding="utf-8"?>
<a:theme xmlns:a="http://schemas.openxmlformats.org/drawingml/2006/main" name="Wells Fargo 2020">
  <a:themeElements>
    <a:clrScheme name="Wells Fargo 2020 Colors">
      <a:dk1>
        <a:srgbClr val="141414"/>
      </a:dk1>
      <a:lt1>
        <a:srgbClr val="FFFFFF"/>
      </a:lt1>
      <a:dk2>
        <a:srgbClr val="D71E28"/>
      </a:dk2>
      <a:lt2>
        <a:srgbClr val="F4F0ED"/>
      </a:lt2>
      <a:accent1>
        <a:srgbClr val="D73F26"/>
      </a:accent1>
      <a:accent2>
        <a:srgbClr val="AA1E87"/>
      </a:accent2>
      <a:accent3>
        <a:srgbClr val="EB691E"/>
      </a:accent3>
      <a:accent4>
        <a:srgbClr val="5A469B"/>
      </a:accent4>
      <a:accent5>
        <a:srgbClr val="C83255"/>
      </a:accent5>
      <a:accent6>
        <a:srgbClr val="823291"/>
      </a:accent6>
      <a:hlink>
        <a:srgbClr val="5A469B"/>
      </a:hlink>
      <a:folHlink>
        <a:srgbClr val="5A469B"/>
      </a:folHlink>
    </a:clrScheme>
    <a:fontScheme name="Wells Fargo 2020 Fonts">
      <a:majorFont>
        <a:latin typeface="Wells Fargo Sans Display" panose="020B0503020203020204" pitchFamily="34" charset="0"/>
        <a:ea typeface=""/>
        <a:cs typeface=""/>
      </a:majorFont>
      <a:minorFont>
        <a:latin typeface="Wells Fargo Sans" panose="020B0503020203020204" pitchFamily="34" charset="0"/>
        <a:ea typeface=""/>
        <a:cs typeface=""/>
      </a:minorFont>
    </a:fontScheme>
    <a:fmtScheme name="Wells Fargo 2020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</a:ln>
      </a:spPr>
      <a:bodyPr/>
      <a:lstStyle>
        <a:defPPr algn="ctr">
          <a:lnSpc>
            <a:spcPct val="100000"/>
          </a:lnSpc>
          <a:defRPr sz="1800"/>
        </a:defPPr>
      </a:lstStyle>
      <a:style>
        <a:lnRef idx="0">
          <a:srgbClr val="787070"/>
        </a:lnRef>
        <a:fillRef idx="1">
          <a:schemeClr val="accent1"/>
        </a:fillRef>
        <a:effectRef idx="0">
          <a:schemeClr val="dk1"/>
        </a:effectRef>
        <a:fontRef idx="minor">
          <a:schemeClr val="lt1"/>
        </a:fontRef>
      </a:style>
    </a:spDef>
    <a:lnDef>
      <a:spPr>
        <a:ln w="12700" cap="sq"/>
      </a:spPr>
      <a:bodyPr/>
      <a:lstStyle/>
      <a:style>
        <a:lnRef idx="1">
          <a:srgbClr val="787070"/>
        </a:lnRef>
        <a:fillRef idx="0">
          <a:schemeClr val="accent1"/>
        </a:fillRef>
        <a:effectRef idx="0">
          <a:schemeClr val="dk1"/>
        </a:effectRef>
        <a:fontRef idx="minor">
          <a:schemeClr val="lt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228600" indent="-228600">
          <a:lnSpc>
            <a:spcPct val="100000"/>
          </a:lnSpc>
          <a:spcBef>
            <a:spcPts val="1200"/>
          </a:spcBef>
          <a:buSzPct val="100000"/>
          <a:buFont typeface="Wells Fargo Sans"/>
          <a:buChar char="•"/>
          <a:defRPr sz="1800"/>
        </a:defPPr>
      </a:lstStyle>
    </a:txDef>
  </a:objectDefaults>
  <a:extraClrSchemeLst/>
  <a:custClrLst>
    <a:custClr name="Red">
      <a:srgbClr val="D71E28"/>
    </a:custClr>
    <a:custClr name="Yellow">
      <a:srgbClr val="FFD100"/>
    </a:custClr>
    <a:custClr name="Yellow Tint 1">
      <a:srgbClr val="FFDF4C"/>
    </a:custClr>
    <a:custClr name="Yellow Tint 2">
      <a:srgbClr val="FFE87F"/>
    </a:custClr>
    <a:custClr name="Yellow Tint 3">
      <a:srgbClr val="FFF1B2"/>
    </a:custClr>
    <a:custClr name="Yellow Tint 4">
      <a:srgbClr val="FFF8D9"/>
    </a:custClr>
    <a:custClr name="Gray 1">
      <a:srgbClr val="3B3331"/>
    </a:custClr>
    <a:custClr name="Gray 2">
      <a:srgbClr val="787070"/>
    </a:custClr>
    <a:custClr name="Gray 3">
      <a:srgbClr val="B5ADAD"/>
    </a:custClr>
    <a:custClr name="Gray 4">
      <a:srgbClr val="F4F0ED"/>
    </a:custClr>
    <a:custClr name="Coral Dark 2">
      <a:srgbClr val="87190A"/>
    </a:custClr>
    <a:custClr name="Coral Dark 1">
      <a:srgbClr val="B42D19"/>
    </a:custClr>
    <a:custClr name="Coral">
      <a:srgbClr val="D73F26"/>
    </a:custClr>
    <a:custClr name="Coral Light 1">
      <a:srgbClr val="FF755E"/>
    </a:custClr>
    <a:custClr name="Coral Light 2">
      <a:srgbClr val="FFB1A6"/>
    </a:custClr>
    <a:custClr name="Purple Dark 2">
      <a:srgbClr val="640A4B"/>
    </a:custClr>
    <a:custClr name="Purple Dark 1">
      <a:srgbClr val="871469"/>
    </a:custClr>
    <a:custClr name="Purple">
      <a:srgbClr val="AA1E87"/>
    </a:custClr>
    <a:custClr name="Purple Light 1">
      <a:srgbClr val="D169B8"/>
    </a:custClr>
    <a:custClr name="Purple Light 2">
      <a:srgbClr val="F2A5DC"/>
    </a:custClr>
    <a:custClr name="Orange Dark 2">
      <a:srgbClr val="873100"/>
    </a:custClr>
    <a:custClr name="Orange Dark 1">
      <a:srgbClr val="A93E00"/>
    </a:custClr>
    <a:custClr name="Orange">
      <a:srgbClr val="EB691E"/>
    </a:custClr>
    <a:custClr name="Orange Light 1">
      <a:srgbClr val="FF9657"/>
    </a:custClr>
    <a:custClr name="Orange Light 2">
      <a:srgbClr val="FFC5A3"/>
    </a:custClr>
    <a:custClr name="Indigo Dark 2">
      <a:srgbClr val="352B6B"/>
    </a:custClr>
    <a:custClr name="Indigo Dark 1">
      <a:srgbClr val="463782"/>
    </a:custClr>
    <a:custClr name="Indigo">
      <a:srgbClr val="5A469B"/>
    </a:custClr>
    <a:custClr name="Indigo Light 1">
      <a:srgbClr val="9A89D9"/>
    </a:custClr>
    <a:custClr name="Indigo Light 2">
      <a:srgbClr val="BFB3F2"/>
    </a:custClr>
    <a:custClr name="Pink Dark 2">
      <a:srgbClr val="6E142D"/>
    </a:custClr>
    <a:custClr name="Pink Dark 1">
      <a:srgbClr val="9B2341"/>
    </a:custClr>
    <a:custClr name="Pink">
      <a:srgbClr val="C83255"/>
    </a:custClr>
    <a:custClr name="Pink Light 1">
      <a:srgbClr val="F26D91"/>
    </a:custClr>
    <a:custClr name="Pink Light 2">
      <a:srgbClr val="FFA6BE"/>
    </a:custClr>
    <a:custClr name="Violet Dark 2">
      <a:srgbClr val="5A1E64"/>
    </a:custClr>
    <a:custClr name="Violet Dark 1">
      <a:srgbClr val="64287D"/>
    </a:custClr>
    <a:custClr name="Violet">
      <a:srgbClr val="823291"/>
    </a:custClr>
    <a:custClr name="Violet Light 1">
      <a:srgbClr val="BB70CC"/>
    </a:custClr>
    <a:custClr name="Violet Light 2">
      <a:srgbClr val="E5A2F2"/>
    </a:custClr>
    <a:custClr name="Indicator Green">
      <a:srgbClr val="178757"/>
    </a:custClr>
  </a:custClrLst>
</a:theme>
</file>

<file path=ppt/theme/theme3.xml><?xml version="1.0" encoding="utf-8"?>
<a:theme xmlns:a="http://schemas.openxmlformats.org/drawingml/2006/main" name="Wells Fargo 2020">
  <a:themeElements>
    <a:clrScheme name="Wells Fargo 2020 Colors">
      <a:dk1>
        <a:srgbClr val="141414"/>
      </a:dk1>
      <a:lt1>
        <a:srgbClr val="FFFFFF"/>
      </a:lt1>
      <a:dk2>
        <a:srgbClr val="D71E28"/>
      </a:dk2>
      <a:lt2>
        <a:srgbClr val="F4F0ED"/>
      </a:lt2>
      <a:accent1>
        <a:srgbClr val="D73F26"/>
      </a:accent1>
      <a:accent2>
        <a:srgbClr val="AA1E87"/>
      </a:accent2>
      <a:accent3>
        <a:srgbClr val="EB691E"/>
      </a:accent3>
      <a:accent4>
        <a:srgbClr val="5A469B"/>
      </a:accent4>
      <a:accent5>
        <a:srgbClr val="C83255"/>
      </a:accent5>
      <a:accent6>
        <a:srgbClr val="823291"/>
      </a:accent6>
      <a:hlink>
        <a:srgbClr val="5A469B"/>
      </a:hlink>
      <a:folHlink>
        <a:srgbClr val="5A469B"/>
      </a:folHlink>
    </a:clrScheme>
    <a:fontScheme name="Wells Fargo 2020 Fonts">
      <a:majorFont>
        <a:latin typeface="Wells Fargo Sans Display" panose="020B0503020203020204" pitchFamily="34" charset="0"/>
        <a:ea typeface=""/>
        <a:cs typeface=""/>
      </a:majorFont>
      <a:minorFont>
        <a:latin typeface="Wells Fargo Sans" panose="020B0503020203020204" pitchFamily="34" charset="0"/>
        <a:ea typeface=""/>
        <a:cs typeface=""/>
      </a:minorFont>
    </a:fontScheme>
    <a:fmtScheme name="Wells Fargo 2020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</a:ln>
      </a:spPr>
      <a:bodyPr/>
      <a:lstStyle>
        <a:defPPr algn="ctr">
          <a:lnSpc>
            <a:spcPct val="100000"/>
          </a:lnSpc>
          <a:defRPr sz="1800"/>
        </a:defPPr>
      </a:lstStyle>
      <a:style>
        <a:lnRef idx="0">
          <a:srgbClr val="787070"/>
        </a:lnRef>
        <a:fillRef idx="1">
          <a:schemeClr val="accent1"/>
        </a:fillRef>
        <a:effectRef idx="0">
          <a:schemeClr val="dk1"/>
        </a:effectRef>
        <a:fontRef idx="minor">
          <a:schemeClr val="lt1"/>
        </a:fontRef>
      </a:style>
    </a:spDef>
    <a:lnDef>
      <a:spPr>
        <a:ln w="12700" cap="sq"/>
      </a:spPr>
      <a:bodyPr/>
      <a:lstStyle/>
      <a:style>
        <a:lnRef idx="1">
          <a:srgbClr val="787070"/>
        </a:lnRef>
        <a:fillRef idx="0">
          <a:schemeClr val="accent1"/>
        </a:fillRef>
        <a:effectRef idx="0">
          <a:schemeClr val="dk1"/>
        </a:effectRef>
        <a:fontRef idx="minor">
          <a:schemeClr val="lt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228600" indent="-228600">
          <a:lnSpc>
            <a:spcPct val="100000"/>
          </a:lnSpc>
          <a:spcBef>
            <a:spcPts val="1200"/>
          </a:spcBef>
          <a:buSzPct val="100000"/>
          <a:buFont typeface="Wells Fargo Sans"/>
          <a:buChar char="•"/>
          <a:defRPr sz="1800"/>
        </a:defPPr>
      </a:lstStyle>
    </a:txDef>
  </a:objectDefaults>
  <a:extraClrSchemeLst/>
  <a:custClrLst>
    <a:custClr name="Red">
      <a:srgbClr val="D71E28"/>
    </a:custClr>
    <a:custClr name="Yellow">
      <a:srgbClr val="FFD100"/>
    </a:custClr>
    <a:custClr name="Yellow Tint 1">
      <a:srgbClr val="FFDF4C"/>
    </a:custClr>
    <a:custClr name="Yellow Tint 2">
      <a:srgbClr val="FFE87F"/>
    </a:custClr>
    <a:custClr name="Yellow Tint 3">
      <a:srgbClr val="FFF1B2"/>
    </a:custClr>
    <a:custClr name="Yellow Tint 4">
      <a:srgbClr val="FFF8D9"/>
    </a:custClr>
    <a:custClr name="Gray 1">
      <a:srgbClr val="3B3331"/>
    </a:custClr>
    <a:custClr name="Gray 2">
      <a:srgbClr val="787070"/>
    </a:custClr>
    <a:custClr name="Gray 3">
      <a:srgbClr val="B5ADAD"/>
    </a:custClr>
    <a:custClr name="Gray 4">
      <a:srgbClr val="F4F0ED"/>
    </a:custClr>
    <a:custClr name="Coral Dark 2">
      <a:srgbClr val="87190A"/>
    </a:custClr>
    <a:custClr name="Coral Dark 1">
      <a:srgbClr val="B42D19"/>
    </a:custClr>
    <a:custClr name="Coral">
      <a:srgbClr val="D73F26"/>
    </a:custClr>
    <a:custClr name="Coral Light 1">
      <a:srgbClr val="FF755E"/>
    </a:custClr>
    <a:custClr name="Coral Light 2">
      <a:srgbClr val="FFB1A6"/>
    </a:custClr>
    <a:custClr name="Purple Dark 2">
      <a:srgbClr val="640A4B"/>
    </a:custClr>
    <a:custClr name="Purple Dark 1">
      <a:srgbClr val="871469"/>
    </a:custClr>
    <a:custClr name="Purple">
      <a:srgbClr val="AA1E87"/>
    </a:custClr>
    <a:custClr name="Purple Light 1">
      <a:srgbClr val="D169B8"/>
    </a:custClr>
    <a:custClr name="Purple Light 2">
      <a:srgbClr val="F2A5DC"/>
    </a:custClr>
    <a:custClr name="Orange Dark 2">
      <a:srgbClr val="873100"/>
    </a:custClr>
    <a:custClr name="Orange Dark 1">
      <a:srgbClr val="A93E00"/>
    </a:custClr>
    <a:custClr name="Orange">
      <a:srgbClr val="EB691E"/>
    </a:custClr>
    <a:custClr name="Orange Light 1">
      <a:srgbClr val="FF9657"/>
    </a:custClr>
    <a:custClr name="Orange Light 2">
      <a:srgbClr val="FFC5A3"/>
    </a:custClr>
    <a:custClr name="Indigo Dark 2">
      <a:srgbClr val="352B6B"/>
    </a:custClr>
    <a:custClr name="Indigo Dark 1">
      <a:srgbClr val="463782"/>
    </a:custClr>
    <a:custClr name="Indigo">
      <a:srgbClr val="5A469B"/>
    </a:custClr>
    <a:custClr name="Indigo Light 1">
      <a:srgbClr val="9A89D9"/>
    </a:custClr>
    <a:custClr name="Indigo Light 2">
      <a:srgbClr val="BFB3F2"/>
    </a:custClr>
    <a:custClr name="Pink Dark 2">
      <a:srgbClr val="6E142D"/>
    </a:custClr>
    <a:custClr name="Pink Dark 1">
      <a:srgbClr val="9B2341"/>
    </a:custClr>
    <a:custClr name="Pink">
      <a:srgbClr val="C83255"/>
    </a:custClr>
    <a:custClr name="Pink Light 1">
      <a:srgbClr val="F26D91"/>
    </a:custClr>
    <a:custClr name="Pink Light 2">
      <a:srgbClr val="FFA6BE"/>
    </a:custClr>
    <a:custClr name="Violet Dark 2">
      <a:srgbClr val="5A1E64"/>
    </a:custClr>
    <a:custClr name="Violet Dark 1">
      <a:srgbClr val="64287D"/>
    </a:custClr>
    <a:custClr name="Violet">
      <a:srgbClr val="823291"/>
    </a:custClr>
    <a:custClr name="Violet Light 1">
      <a:srgbClr val="BB70CC"/>
    </a:custClr>
    <a:custClr name="Violet Light 2">
      <a:srgbClr val="E5A2F2"/>
    </a:custClr>
    <a:custClr name="Indicator Green">
      <a:srgbClr val="178757"/>
    </a:custClr>
  </a:custClr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Wells Fargo 2023</Template>
  <TotalTime>26104</TotalTime>
  <Words>590</Words>
  <Application>Microsoft Macintosh PowerPoint</Application>
  <PresentationFormat>Widescreen</PresentationFormat>
  <Paragraphs>84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Wells Fargo Sans</vt:lpstr>
      <vt:lpstr>Wells Fargo Sans Display</vt:lpstr>
      <vt:lpstr>Wells Fargo 2023</vt:lpstr>
      <vt:lpstr>Horizon Bank Plugins For Rapid Prototyping + Scaffolding  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Ramesh Yarlagadda</dc:creator>
  <cp:keywords/>
  <dc:description/>
  <cp:lastModifiedBy>Ramesh Yarlagadda</cp:lastModifiedBy>
  <cp:revision>209</cp:revision>
  <cp:lastPrinted>2018-10-13T23:11:53Z</cp:lastPrinted>
  <dcterms:created xsi:type="dcterms:W3CDTF">2024-07-26T22:34:02Z</dcterms:created>
  <dcterms:modified xsi:type="dcterms:W3CDTF">2026-08-05T01:16:25Z</dcterms:modified>
  <cp:category/>
</cp:coreProperties>
</file>